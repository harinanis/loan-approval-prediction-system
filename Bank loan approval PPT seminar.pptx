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55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sv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sv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image" Target="../media/image15.svg"/><Relationship Id="rId1" Type="http://schemas.openxmlformats.org/officeDocument/2006/relationships/image" Target="../media/image14.png"/><Relationship Id="rId6" Type="http://schemas.openxmlformats.org/officeDocument/2006/relationships/image" Target="../media/image19.sv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A8B81E-9A2C-4A1D-824C-C7689B021AD9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8E373944-7166-4644-AE0C-EC00778A6FDF}">
      <dgm:prSet/>
      <dgm:spPr/>
      <dgm:t>
        <a:bodyPr/>
        <a:lstStyle/>
        <a:p>
          <a:r>
            <a:rPr lang="en-US" dirty="0"/>
            <a:t>Bank face delays in Manual decision- making</a:t>
          </a:r>
        </a:p>
      </dgm:t>
    </dgm:pt>
    <dgm:pt modelId="{8CE4DEE8-D0C1-4CBF-A64A-ACBA0765D440}" type="parTrans" cxnId="{FFBAE63D-E283-45B7-AA7C-6C2BEDB12FE4}">
      <dgm:prSet/>
      <dgm:spPr/>
      <dgm:t>
        <a:bodyPr/>
        <a:lstStyle/>
        <a:p>
          <a:endParaRPr lang="en-US"/>
        </a:p>
      </dgm:t>
    </dgm:pt>
    <dgm:pt modelId="{050F89FE-E9A6-490A-99E9-6069FFF05481}" type="sibTrans" cxnId="{FFBAE63D-E283-45B7-AA7C-6C2BEDB12FE4}">
      <dgm:prSet/>
      <dgm:spPr/>
      <dgm:t>
        <a:bodyPr/>
        <a:lstStyle/>
        <a:p>
          <a:endParaRPr lang="en-US"/>
        </a:p>
      </dgm:t>
    </dgm:pt>
    <dgm:pt modelId="{F366AFF8-8FA1-4D8C-8CBB-C85ED8B67514}">
      <dgm:prSet/>
      <dgm:spPr/>
      <dgm:t>
        <a:bodyPr/>
        <a:lstStyle/>
        <a:p>
          <a:r>
            <a:rPr lang="en-US" dirty="0"/>
            <a:t>High processing time and high dependency.</a:t>
          </a:r>
        </a:p>
      </dgm:t>
    </dgm:pt>
    <dgm:pt modelId="{5FC8A5C0-5305-4105-A32A-147F2E0EF05C}" type="parTrans" cxnId="{8AD94D55-73E4-4D35-8F6A-DBE3036A0F5E}">
      <dgm:prSet/>
      <dgm:spPr/>
      <dgm:t>
        <a:bodyPr/>
        <a:lstStyle/>
        <a:p>
          <a:endParaRPr lang="en-US"/>
        </a:p>
      </dgm:t>
    </dgm:pt>
    <dgm:pt modelId="{938B1B1E-5A05-4BDA-9C6E-A35D08BA93C5}" type="sibTrans" cxnId="{8AD94D55-73E4-4D35-8F6A-DBE3036A0F5E}">
      <dgm:prSet/>
      <dgm:spPr/>
      <dgm:t>
        <a:bodyPr/>
        <a:lstStyle/>
        <a:p>
          <a:endParaRPr lang="en-US"/>
        </a:p>
      </dgm:t>
    </dgm:pt>
    <dgm:pt modelId="{5D9FE99B-214D-47D2-93A1-5FDBAB0ACDD9}">
      <dgm:prSet/>
      <dgm:spPr/>
      <dgm:t>
        <a:bodyPr/>
        <a:lstStyle/>
        <a:p>
          <a:r>
            <a:rPr lang="en-US"/>
            <a:t>Need for automated intelligent system</a:t>
          </a:r>
        </a:p>
      </dgm:t>
    </dgm:pt>
    <dgm:pt modelId="{4C0FA930-3412-44F5-9067-F9004BC08D6F}" type="parTrans" cxnId="{9109335D-EF5F-4DA6-8824-3593E529A578}">
      <dgm:prSet/>
      <dgm:spPr/>
      <dgm:t>
        <a:bodyPr/>
        <a:lstStyle/>
        <a:p>
          <a:endParaRPr lang="en-US"/>
        </a:p>
      </dgm:t>
    </dgm:pt>
    <dgm:pt modelId="{32CFA4B2-D4F8-4870-BE55-8E0524D26A6C}" type="sibTrans" cxnId="{9109335D-EF5F-4DA6-8824-3593E529A578}">
      <dgm:prSet/>
      <dgm:spPr/>
      <dgm:t>
        <a:bodyPr/>
        <a:lstStyle/>
        <a:p>
          <a:endParaRPr lang="en-US"/>
        </a:p>
      </dgm:t>
    </dgm:pt>
    <dgm:pt modelId="{3AD59123-CCA8-42E2-8EE6-629F288513B7}" type="pres">
      <dgm:prSet presAssocID="{53A8B81E-9A2C-4A1D-824C-C7689B021AD9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FB0B3FC3-F45D-428A-8860-327CB975C234}" type="pres">
      <dgm:prSet presAssocID="{8E373944-7166-4644-AE0C-EC00778A6FDF}" presName="hierRoot1" presStyleCnt="0"/>
      <dgm:spPr/>
    </dgm:pt>
    <dgm:pt modelId="{F8A94C2D-A77E-45AB-B212-63AB93CF696A}" type="pres">
      <dgm:prSet presAssocID="{8E373944-7166-4644-AE0C-EC00778A6FDF}" presName="composite" presStyleCnt="0"/>
      <dgm:spPr/>
    </dgm:pt>
    <dgm:pt modelId="{91F296CD-3DE7-436C-A575-3AC819EDDD5B}" type="pres">
      <dgm:prSet presAssocID="{8E373944-7166-4644-AE0C-EC00778A6FDF}" presName="background" presStyleLbl="node0" presStyleIdx="0" presStyleCnt="3"/>
      <dgm:spPr/>
    </dgm:pt>
    <dgm:pt modelId="{F38D3D7E-856F-4D2C-86D4-99AF9BBCE9BD}" type="pres">
      <dgm:prSet presAssocID="{8E373944-7166-4644-AE0C-EC00778A6FDF}" presName="text" presStyleLbl="fgAcc0" presStyleIdx="0" presStyleCnt="3">
        <dgm:presLayoutVars>
          <dgm:chPref val="3"/>
        </dgm:presLayoutVars>
      </dgm:prSet>
      <dgm:spPr/>
    </dgm:pt>
    <dgm:pt modelId="{8C49CA1F-ADEE-4A53-8134-B41B320C07A3}" type="pres">
      <dgm:prSet presAssocID="{8E373944-7166-4644-AE0C-EC00778A6FDF}" presName="hierChild2" presStyleCnt="0"/>
      <dgm:spPr/>
    </dgm:pt>
    <dgm:pt modelId="{271AF360-3130-4C62-9475-1AE08C24FD75}" type="pres">
      <dgm:prSet presAssocID="{F366AFF8-8FA1-4D8C-8CBB-C85ED8B67514}" presName="hierRoot1" presStyleCnt="0"/>
      <dgm:spPr/>
    </dgm:pt>
    <dgm:pt modelId="{D43F0EA2-CF00-4D37-BA92-E85279CA0DE7}" type="pres">
      <dgm:prSet presAssocID="{F366AFF8-8FA1-4D8C-8CBB-C85ED8B67514}" presName="composite" presStyleCnt="0"/>
      <dgm:spPr/>
    </dgm:pt>
    <dgm:pt modelId="{B057B873-1BAA-4F32-B536-18BB36A950B0}" type="pres">
      <dgm:prSet presAssocID="{F366AFF8-8FA1-4D8C-8CBB-C85ED8B67514}" presName="background" presStyleLbl="node0" presStyleIdx="1" presStyleCnt="3"/>
      <dgm:spPr/>
    </dgm:pt>
    <dgm:pt modelId="{9ED6D911-C387-4F68-96DC-5CA5EB4E91EA}" type="pres">
      <dgm:prSet presAssocID="{F366AFF8-8FA1-4D8C-8CBB-C85ED8B67514}" presName="text" presStyleLbl="fgAcc0" presStyleIdx="1" presStyleCnt="3">
        <dgm:presLayoutVars>
          <dgm:chPref val="3"/>
        </dgm:presLayoutVars>
      </dgm:prSet>
      <dgm:spPr/>
    </dgm:pt>
    <dgm:pt modelId="{89872A26-2286-4BB9-91E7-5ABE923A0CDC}" type="pres">
      <dgm:prSet presAssocID="{F366AFF8-8FA1-4D8C-8CBB-C85ED8B67514}" presName="hierChild2" presStyleCnt="0"/>
      <dgm:spPr/>
    </dgm:pt>
    <dgm:pt modelId="{2A285FC3-BB13-4CFF-A010-007F3986F8A6}" type="pres">
      <dgm:prSet presAssocID="{5D9FE99B-214D-47D2-93A1-5FDBAB0ACDD9}" presName="hierRoot1" presStyleCnt="0"/>
      <dgm:spPr/>
    </dgm:pt>
    <dgm:pt modelId="{8B4D0FAD-04D9-4172-8DE9-F5249FC713F7}" type="pres">
      <dgm:prSet presAssocID="{5D9FE99B-214D-47D2-93A1-5FDBAB0ACDD9}" presName="composite" presStyleCnt="0"/>
      <dgm:spPr/>
    </dgm:pt>
    <dgm:pt modelId="{58BF646E-9082-417E-BD14-CADD030A25E9}" type="pres">
      <dgm:prSet presAssocID="{5D9FE99B-214D-47D2-93A1-5FDBAB0ACDD9}" presName="background" presStyleLbl="node0" presStyleIdx="2" presStyleCnt="3"/>
      <dgm:spPr/>
    </dgm:pt>
    <dgm:pt modelId="{B4F77218-4EAF-4E59-8761-28293A9818AA}" type="pres">
      <dgm:prSet presAssocID="{5D9FE99B-214D-47D2-93A1-5FDBAB0ACDD9}" presName="text" presStyleLbl="fgAcc0" presStyleIdx="2" presStyleCnt="3">
        <dgm:presLayoutVars>
          <dgm:chPref val="3"/>
        </dgm:presLayoutVars>
      </dgm:prSet>
      <dgm:spPr/>
    </dgm:pt>
    <dgm:pt modelId="{992E20FB-39C0-447F-97F2-D15B7A8E9C27}" type="pres">
      <dgm:prSet presAssocID="{5D9FE99B-214D-47D2-93A1-5FDBAB0ACDD9}" presName="hierChild2" presStyleCnt="0"/>
      <dgm:spPr/>
    </dgm:pt>
  </dgm:ptLst>
  <dgm:cxnLst>
    <dgm:cxn modelId="{40E2741F-A59E-4E57-A90D-635F92177B22}" type="presOf" srcId="{5D9FE99B-214D-47D2-93A1-5FDBAB0ACDD9}" destId="{B4F77218-4EAF-4E59-8761-28293A9818AA}" srcOrd="0" destOrd="0" presId="urn:microsoft.com/office/officeart/2005/8/layout/hierarchy1"/>
    <dgm:cxn modelId="{FFBAE63D-E283-45B7-AA7C-6C2BEDB12FE4}" srcId="{53A8B81E-9A2C-4A1D-824C-C7689B021AD9}" destId="{8E373944-7166-4644-AE0C-EC00778A6FDF}" srcOrd="0" destOrd="0" parTransId="{8CE4DEE8-D0C1-4CBF-A64A-ACBA0765D440}" sibTransId="{050F89FE-E9A6-490A-99E9-6069FFF05481}"/>
    <dgm:cxn modelId="{9109335D-EF5F-4DA6-8824-3593E529A578}" srcId="{53A8B81E-9A2C-4A1D-824C-C7689B021AD9}" destId="{5D9FE99B-214D-47D2-93A1-5FDBAB0ACDD9}" srcOrd="2" destOrd="0" parTransId="{4C0FA930-3412-44F5-9067-F9004BC08D6F}" sibTransId="{32CFA4B2-D4F8-4870-BE55-8E0524D26A6C}"/>
    <dgm:cxn modelId="{8AD94D55-73E4-4D35-8F6A-DBE3036A0F5E}" srcId="{53A8B81E-9A2C-4A1D-824C-C7689B021AD9}" destId="{F366AFF8-8FA1-4D8C-8CBB-C85ED8B67514}" srcOrd="1" destOrd="0" parTransId="{5FC8A5C0-5305-4105-A32A-147F2E0EF05C}" sibTransId="{938B1B1E-5A05-4BDA-9C6E-A35D08BA93C5}"/>
    <dgm:cxn modelId="{8ABFD0B7-026F-4C7A-A753-C074811C69E2}" type="presOf" srcId="{8E373944-7166-4644-AE0C-EC00778A6FDF}" destId="{F38D3D7E-856F-4D2C-86D4-99AF9BBCE9BD}" srcOrd="0" destOrd="0" presId="urn:microsoft.com/office/officeart/2005/8/layout/hierarchy1"/>
    <dgm:cxn modelId="{B6C2D1C1-AD12-4D61-ADC3-A0470CCEC66A}" type="presOf" srcId="{F366AFF8-8FA1-4D8C-8CBB-C85ED8B67514}" destId="{9ED6D911-C387-4F68-96DC-5CA5EB4E91EA}" srcOrd="0" destOrd="0" presId="urn:microsoft.com/office/officeart/2005/8/layout/hierarchy1"/>
    <dgm:cxn modelId="{25DE31ED-8C29-4BDF-882C-FD163C477164}" type="presOf" srcId="{53A8B81E-9A2C-4A1D-824C-C7689B021AD9}" destId="{3AD59123-CCA8-42E2-8EE6-629F288513B7}" srcOrd="0" destOrd="0" presId="urn:microsoft.com/office/officeart/2005/8/layout/hierarchy1"/>
    <dgm:cxn modelId="{E9983A18-805B-4DBF-946F-D1737F807B60}" type="presParOf" srcId="{3AD59123-CCA8-42E2-8EE6-629F288513B7}" destId="{FB0B3FC3-F45D-428A-8860-327CB975C234}" srcOrd="0" destOrd="0" presId="urn:microsoft.com/office/officeart/2005/8/layout/hierarchy1"/>
    <dgm:cxn modelId="{EF900BDC-B185-45E6-9EE2-C57E2C1112BB}" type="presParOf" srcId="{FB0B3FC3-F45D-428A-8860-327CB975C234}" destId="{F8A94C2D-A77E-45AB-B212-63AB93CF696A}" srcOrd="0" destOrd="0" presId="urn:microsoft.com/office/officeart/2005/8/layout/hierarchy1"/>
    <dgm:cxn modelId="{A671B12C-F50C-4B50-866F-5EB483C859BD}" type="presParOf" srcId="{F8A94C2D-A77E-45AB-B212-63AB93CF696A}" destId="{91F296CD-3DE7-436C-A575-3AC819EDDD5B}" srcOrd="0" destOrd="0" presId="urn:microsoft.com/office/officeart/2005/8/layout/hierarchy1"/>
    <dgm:cxn modelId="{B009C1EA-64B9-4D3E-9012-A5109BA51DDB}" type="presParOf" srcId="{F8A94C2D-A77E-45AB-B212-63AB93CF696A}" destId="{F38D3D7E-856F-4D2C-86D4-99AF9BBCE9BD}" srcOrd="1" destOrd="0" presId="urn:microsoft.com/office/officeart/2005/8/layout/hierarchy1"/>
    <dgm:cxn modelId="{55356790-78AF-4529-B2FA-100AD62AFD8B}" type="presParOf" srcId="{FB0B3FC3-F45D-428A-8860-327CB975C234}" destId="{8C49CA1F-ADEE-4A53-8134-B41B320C07A3}" srcOrd="1" destOrd="0" presId="urn:microsoft.com/office/officeart/2005/8/layout/hierarchy1"/>
    <dgm:cxn modelId="{C6A94B62-69D0-4B6F-A013-414E391A9C43}" type="presParOf" srcId="{3AD59123-CCA8-42E2-8EE6-629F288513B7}" destId="{271AF360-3130-4C62-9475-1AE08C24FD75}" srcOrd="1" destOrd="0" presId="urn:microsoft.com/office/officeart/2005/8/layout/hierarchy1"/>
    <dgm:cxn modelId="{9F9C35BC-3A84-4ADC-99CE-8C0BEA49C721}" type="presParOf" srcId="{271AF360-3130-4C62-9475-1AE08C24FD75}" destId="{D43F0EA2-CF00-4D37-BA92-E85279CA0DE7}" srcOrd="0" destOrd="0" presId="urn:microsoft.com/office/officeart/2005/8/layout/hierarchy1"/>
    <dgm:cxn modelId="{2B52B30B-8D22-41AB-A6CC-BCE649404ED3}" type="presParOf" srcId="{D43F0EA2-CF00-4D37-BA92-E85279CA0DE7}" destId="{B057B873-1BAA-4F32-B536-18BB36A950B0}" srcOrd="0" destOrd="0" presId="urn:microsoft.com/office/officeart/2005/8/layout/hierarchy1"/>
    <dgm:cxn modelId="{371969C6-CFA5-482D-8608-6F0374ABF284}" type="presParOf" srcId="{D43F0EA2-CF00-4D37-BA92-E85279CA0DE7}" destId="{9ED6D911-C387-4F68-96DC-5CA5EB4E91EA}" srcOrd="1" destOrd="0" presId="urn:microsoft.com/office/officeart/2005/8/layout/hierarchy1"/>
    <dgm:cxn modelId="{912E88C8-03C1-4055-B0E4-368CD774F40C}" type="presParOf" srcId="{271AF360-3130-4C62-9475-1AE08C24FD75}" destId="{89872A26-2286-4BB9-91E7-5ABE923A0CDC}" srcOrd="1" destOrd="0" presId="urn:microsoft.com/office/officeart/2005/8/layout/hierarchy1"/>
    <dgm:cxn modelId="{DFAA0278-3558-4E3F-BBE1-8CA41CA570C0}" type="presParOf" srcId="{3AD59123-CCA8-42E2-8EE6-629F288513B7}" destId="{2A285FC3-BB13-4CFF-A010-007F3986F8A6}" srcOrd="2" destOrd="0" presId="urn:microsoft.com/office/officeart/2005/8/layout/hierarchy1"/>
    <dgm:cxn modelId="{386E5C33-8E09-4C3D-AB2B-5A075AF37176}" type="presParOf" srcId="{2A285FC3-BB13-4CFF-A010-007F3986F8A6}" destId="{8B4D0FAD-04D9-4172-8DE9-F5249FC713F7}" srcOrd="0" destOrd="0" presId="urn:microsoft.com/office/officeart/2005/8/layout/hierarchy1"/>
    <dgm:cxn modelId="{9A033547-B45C-42BF-AA51-B9C0630D6DC7}" type="presParOf" srcId="{8B4D0FAD-04D9-4172-8DE9-F5249FC713F7}" destId="{58BF646E-9082-417E-BD14-CADD030A25E9}" srcOrd="0" destOrd="0" presId="urn:microsoft.com/office/officeart/2005/8/layout/hierarchy1"/>
    <dgm:cxn modelId="{3F24DAAB-2694-403A-A80D-77744E3088D0}" type="presParOf" srcId="{8B4D0FAD-04D9-4172-8DE9-F5249FC713F7}" destId="{B4F77218-4EAF-4E59-8761-28293A9818AA}" srcOrd="1" destOrd="0" presId="urn:microsoft.com/office/officeart/2005/8/layout/hierarchy1"/>
    <dgm:cxn modelId="{58B49402-408B-414D-865D-1997A1D3E7D4}" type="presParOf" srcId="{2A285FC3-BB13-4CFF-A010-007F3986F8A6}" destId="{992E20FB-39C0-447F-97F2-D15B7A8E9C27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BC82087-7210-49C4-9C64-02ED9A694973}" type="doc">
      <dgm:prSet loTypeId="urn:microsoft.com/office/officeart/2005/8/layout/cycle1" loCatId="cycle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BFA0EBBE-8046-4B51-8509-D7BE6D510245}">
      <dgm:prSet custT="1"/>
      <dgm:spPr/>
      <dgm:t>
        <a:bodyPr/>
        <a:lstStyle/>
        <a:p>
          <a:r>
            <a:rPr lang="en-US" sz="1900" dirty="0"/>
            <a:t>Logistic Regression</a:t>
          </a:r>
        </a:p>
      </dgm:t>
    </dgm:pt>
    <dgm:pt modelId="{F616748C-43EA-4271-8B48-78C19A465DBE}" type="parTrans" cxnId="{74798FD4-97B9-4C4D-9535-594502ACFE14}">
      <dgm:prSet/>
      <dgm:spPr/>
      <dgm:t>
        <a:bodyPr/>
        <a:lstStyle/>
        <a:p>
          <a:endParaRPr lang="en-US"/>
        </a:p>
      </dgm:t>
    </dgm:pt>
    <dgm:pt modelId="{5550D2E2-87C8-4E82-95C2-BB98A9700669}" type="sibTrans" cxnId="{74798FD4-97B9-4C4D-9535-594502ACFE14}">
      <dgm:prSet/>
      <dgm:spPr/>
      <dgm:t>
        <a:bodyPr/>
        <a:lstStyle/>
        <a:p>
          <a:endParaRPr lang="en-US"/>
        </a:p>
      </dgm:t>
    </dgm:pt>
    <dgm:pt modelId="{9963FF6E-82F6-4CE9-8761-DBDC58B17AD0}">
      <dgm:prSet custT="1"/>
      <dgm:spPr/>
      <dgm:t>
        <a:bodyPr/>
        <a:lstStyle/>
        <a:p>
          <a:r>
            <a:rPr lang="en-US" sz="1900" dirty="0"/>
            <a:t>Decision Tree</a:t>
          </a:r>
        </a:p>
      </dgm:t>
    </dgm:pt>
    <dgm:pt modelId="{61D089C1-1AA7-4765-9442-9D5329807A35}" type="parTrans" cxnId="{A3E19FD4-5DFE-4ABD-91BD-05E4DFEE2E88}">
      <dgm:prSet/>
      <dgm:spPr/>
      <dgm:t>
        <a:bodyPr/>
        <a:lstStyle/>
        <a:p>
          <a:endParaRPr lang="en-US"/>
        </a:p>
      </dgm:t>
    </dgm:pt>
    <dgm:pt modelId="{64BA268A-013B-4F51-8246-52087DF36E28}" type="sibTrans" cxnId="{A3E19FD4-5DFE-4ABD-91BD-05E4DFEE2E88}">
      <dgm:prSet/>
      <dgm:spPr/>
      <dgm:t>
        <a:bodyPr/>
        <a:lstStyle/>
        <a:p>
          <a:endParaRPr lang="en-US"/>
        </a:p>
      </dgm:t>
    </dgm:pt>
    <dgm:pt modelId="{C6426721-1AB1-4E31-8F92-F555B907C5E9}">
      <dgm:prSet custT="1"/>
      <dgm:spPr/>
      <dgm:t>
        <a:bodyPr/>
        <a:lstStyle/>
        <a:p>
          <a:r>
            <a:rPr lang="en-US" sz="1900" dirty="0"/>
            <a:t>Random Forest</a:t>
          </a:r>
        </a:p>
      </dgm:t>
    </dgm:pt>
    <dgm:pt modelId="{ACBA88F9-2921-4BF2-9EFC-3ED9C34849ED}" type="parTrans" cxnId="{773C0734-25A2-4D8E-A6F9-E3A0775D4EEF}">
      <dgm:prSet/>
      <dgm:spPr/>
      <dgm:t>
        <a:bodyPr/>
        <a:lstStyle/>
        <a:p>
          <a:endParaRPr lang="en-US"/>
        </a:p>
      </dgm:t>
    </dgm:pt>
    <dgm:pt modelId="{E6AB90AF-707A-4A9A-A964-36B7C24EFAD9}" type="sibTrans" cxnId="{773C0734-25A2-4D8E-A6F9-E3A0775D4EEF}">
      <dgm:prSet/>
      <dgm:spPr/>
      <dgm:t>
        <a:bodyPr/>
        <a:lstStyle/>
        <a:p>
          <a:endParaRPr lang="en-US"/>
        </a:p>
      </dgm:t>
    </dgm:pt>
    <dgm:pt modelId="{F88B2160-DD1A-4EAE-8136-9DB2CE11222C}">
      <dgm:prSet custT="1"/>
      <dgm:spPr/>
      <dgm:t>
        <a:bodyPr/>
        <a:lstStyle/>
        <a:p>
          <a:r>
            <a:rPr lang="en-US" sz="1900" dirty="0" err="1"/>
            <a:t>XGBoost</a:t>
          </a:r>
          <a:endParaRPr lang="en-US" sz="1900" dirty="0"/>
        </a:p>
      </dgm:t>
    </dgm:pt>
    <dgm:pt modelId="{00D001BD-B970-49F4-AF06-DEFC84881266}" type="parTrans" cxnId="{EC488719-4087-449E-B098-CACC18EA7426}">
      <dgm:prSet/>
      <dgm:spPr/>
      <dgm:t>
        <a:bodyPr/>
        <a:lstStyle/>
        <a:p>
          <a:endParaRPr lang="en-US"/>
        </a:p>
      </dgm:t>
    </dgm:pt>
    <dgm:pt modelId="{1E507907-2B55-42FF-814D-EB2A5402E215}" type="sibTrans" cxnId="{EC488719-4087-449E-B098-CACC18EA7426}">
      <dgm:prSet/>
      <dgm:spPr/>
      <dgm:t>
        <a:bodyPr/>
        <a:lstStyle/>
        <a:p>
          <a:endParaRPr lang="en-US"/>
        </a:p>
      </dgm:t>
    </dgm:pt>
    <dgm:pt modelId="{953F1CF0-CB6A-42B8-8F2D-20DF4A0AB42F}">
      <dgm:prSet custT="1"/>
      <dgm:spPr/>
      <dgm:t>
        <a:bodyPr/>
        <a:lstStyle/>
        <a:p>
          <a:r>
            <a:rPr lang="en-US" sz="1900" dirty="0"/>
            <a:t>SVM</a:t>
          </a:r>
        </a:p>
      </dgm:t>
    </dgm:pt>
    <dgm:pt modelId="{FC683747-56BB-4215-A788-C1A9A9755917}" type="parTrans" cxnId="{797825FE-870F-4448-A3C4-098FF5B3FB29}">
      <dgm:prSet/>
      <dgm:spPr/>
      <dgm:t>
        <a:bodyPr/>
        <a:lstStyle/>
        <a:p>
          <a:endParaRPr lang="en-US"/>
        </a:p>
      </dgm:t>
    </dgm:pt>
    <dgm:pt modelId="{DD3DAF0D-3854-4BF1-AF84-C8C2DF12E5F8}" type="sibTrans" cxnId="{797825FE-870F-4448-A3C4-098FF5B3FB29}">
      <dgm:prSet/>
      <dgm:spPr/>
      <dgm:t>
        <a:bodyPr/>
        <a:lstStyle/>
        <a:p>
          <a:endParaRPr lang="en-US"/>
        </a:p>
      </dgm:t>
    </dgm:pt>
    <dgm:pt modelId="{54FA971B-6B21-49BE-9AD4-6A7075D5714D}">
      <dgm:prSet custT="1"/>
      <dgm:spPr/>
      <dgm:t>
        <a:bodyPr/>
        <a:lstStyle/>
        <a:p>
          <a:r>
            <a:rPr lang="en-US" sz="1900" dirty="0"/>
            <a:t>Neural Networks</a:t>
          </a:r>
        </a:p>
      </dgm:t>
    </dgm:pt>
    <dgm:pt modelId="{C470D0E3-0B27-4AC4-A92F-7D237BD61643}" type="parTrans" cxnId="{2784DBC1-CA41-4990-8031-46E2D904F49C}">
      <dgm:prSet/>
      <dgm:spPr/>
      <dgm:t>
        <a:bodyPr/>
        <a:lstStyle/>
        <a:p>
          <a:endParaRPr lang="en-US"/>
        </a:p>
      </dgm:t>
    </dgm:pt>
    <dgm:pt modelId="{698AA24C-CEAC-4393-967F-18CE4DA083FD}" type="sibTrans" cxnId="{2784DBC1-CA41-4990-8031-46E2D904F49C}">
      <dgm:prSet/>
      <dgm:spPr/>
      <dgm:t>
        <a:bodyPr/>
        <a:lstStyle/>
        <a:p>
          <a:endParaRPr lang="en-US"/>
        </a:p>
      </dgm:t>
    </dgm:pt>
    <dgm:pt modelId="{77F0E031-D30F-495F-8701-6B6BED156B2E}" type="pres">
      <dgm:prSet presAssocID="{CBC82087-7210-49C4-9C64-02ED9A694973}" presName="cycle" presStyleCnt="0">
        <dgm:presLayoutVars>
          <dgm:dir/>
          <dgm:resizeHandles val="exact"/>
        </dgm:presLayoutVars>
      </dgm:prSet>
      <dgm:spPr/>
    </dgm:pt>
    <dgm:pt modelId="{0CC60AC6-BE0D-4D62-A831-C486C98E6873}" type="pres">
      <dgm:prSet presAssocID="{BFA0EBBE-8046-4B51-8509-D7BE6D510245}" presName="dummy" presStyleCnt="0"/>
      <dgm:spPr/>
    </dgm:pt>
    <dgm:pt modelId="{CDC25FE2-DA33-4846-AC81-A9CD8738E07E}" type="pres">
      <dgm:prSet presAssocID="{BFA0EBBE-8046-4B51-8509-D7BE6D510245}" presName="node" presStyleLbl="revTx" presStyleIdx="0" presStyleCnt="6">
        <dgm:presLayoutVars>
          <dgm:bulletEnabled val="1"/>
        </dgm:presLayoutVars>
      </dgm:prSet>
      <dgm:spPr/>
    </dgm:pt>
    <dgm:pt modelId="{3A1C4EEC-C068-4D9E-93E9-32104BC7FDA7}" type="pres">
      <dgm:prSet presAssocID="{5550D2E2-87C8-4E82-95C2-BB98A9700669}" presName="sibTrans" presStyleLbl="node1" presStyleIdx="0" presStyleCnt="6"/>
      <dgm:spPr/>
    </dgm:pt>
    <dgm:pt modelId="{350135CC-C417-43FF-A40C-29BE50D4CEBF}" type="pres">
      <dgm:prSet presAssocID="{9963FF6E-82F6-4CE9-8761-DBDC58B17AD0}" presName="dummy" presStyleCnt="0"/>
      <dgm:spPr/>
    </dgm:pt>
    <dgm:pt modelId="{50349AC4-B2B8-4575-B6B1-13C111592BDC}" type="pres">
      <dgm:prSet presAssocID="{9963FF6E-82F6-4CE9-8761-DBDC58B17AD0}" presName="node" presStyleLbl="revTx" presStyleIdx="1" presStyleCnt="6">
        <dgm:presLayoutVars>
          <dgm:bulletEnabled val="1"/>
        </dgm:presLayoutVars>
      </dgm:prSet>
      <dgm:spPr/>
    </dgm:pt>
    <dgm:pt modelId="{59E6D687-B8C6-4D76-B850-03B478542D98}" type="pres">
      <dgm:prSet presAssocID="{64BA268A-013B-4F51-8246-52087DF36E28}" presName="sibTrans" presStyleLbl="node1" presStyleIdx="1" presStyleCnt="6"/>
      <dgm:spPr/>
    </dgm:pt>
    <dgm:pt modelId="{FDBD971D-2721-4AF3-A6BC-A2C22F15997B}" type="pres">
      <dgm:prSet presAssocID="{C6426721-1AB1-4E31-8F92-F555B907C5E9}" presName="dummy" presStyleCnt="0"/>
      <dgm:spPr/>
    </dgm:pt>
    <dgm:pt modelId="{CAD52F66-CA58-4EA7-A8A7-A13CD965DDFE}" type="pres">
      <dgm:prSet presAssocID="{C6426721-1AB1-4E31-8F92-F555B907C5E9}" presName="node" presStyleLbl="revTx" presStyleIdx="2" presStyleCnt="6">
        <dgm:presLayoutVars>
          <dgm:bulletEnabled val="1"/>
        </dgm:presLayoutVars>
      </dgm:prSet>
      <dgm:spPr/>
    </dgm:pt>
    <dgm:pt modelId="{52624206-5DC3-4AF5-8C41-0CD4EF4D1A2A}" type="pres">
      <dgm:prSet presAssocID="{E6AB90AF-707A-4A9A-A964-36B7C24EFAD9}" presName="sibTrans" presStyleLbl="node1" presStyleIdx="2" presStyleCnt="6"/>
      <dgm:spPr/>
    </dgm:pt>
    <dgm:pt modelId="{2BD1B103-0DFC-461B-BF1D-52CC7D4E1DD5}" type="pres">
      <dgm:prSet presAssocID="{F88B2160-DD1A-4EAE-8136-9DB2CE11222C}" presName="dummy" presStyleCnt="0"/>
      <dgm:spPr/>
    </dgm:pt>
    <dgm:pt modelId="{35A19016-440D-4C86-9766-5FA363D5035A}" type="pres">
      <dgm:prSet presAssocID="{F88B2160-DD1A-4EAE-8136-9DB2CE11222C}" presName="node" presStyleLbl="revTx" presStyleIdx="3" presStyleCnt="6">
        <dgm:presLayoutVars>
          <dgm:bulletEnabled val="1"/>
        </dgm:presLayoutVars>
      </dgm:prSet>
      <dgm:spPr/>
    </dgm:pt>
    <dgm:pt modelId="{72211676-1089-4C10-9C99-FBEE531618D7}" type="pres">
      <dgm:prSet presAssocID="{1E507907-2B55-42FF-814D-EB2A5402E215}" presName="sibTrans" presStyleLbl="node1" presStyleIdx="3" presStyleCnt="6"/>
      <dgm:spPr/>
    </dgm:pt>
    <dgm:pt modelId="{F54DC0DC-88DF-47BF-9CA4-A8798A0165B2}" type="pres">
      <dgm:prSet presAssocID="{953F1CF0-CB6A-42B8-8F2D-20DF4A0AB42F}" presName="dummy" presStyleCnt="0"/>
      <dgm:spPr/>
    </dgm:pt>
    <dgm:pt modelId="{C92FE06D-12AA-4573-A212-682CF12232C7}" type="pres">
      <dgm:prSet presAssocID="{953F1CF0-CB6A-42B8-8F2D-20DF4A0AB42F}" presName="node" presStyleLbl="revTx" presStyleIdx="4" presStyleCnt="6">
        <dgm:presLayoutVars>
          <dgm:bulletEnabled val="1"/>
        </dgm:presLayoutVars>
      </dgm:prSet>
      <dgm:spPr/>
    </dgm:pt>
    <dgm:pt modelId="{F60132E1-097B-4240-B47E-A5E4EB23F6F8}" type="pres">
      <dgm:prSet presAssocID="{DD3DAF0D-3854-4BF1-AF84-C8C2DF12E5F8}" presName="sibTrans" presStyleLbl="node1" presStyleIdx="4" presStyleCnt="6"/>
      <dgm:spPr/>
    </dgm:pt>
    <dgm:pt modelId="{BF0B6C80-2E17-4A25-AC18-3C9BEE3054C2}" type="pres">
      <dgm:prSet presAssocID="{54FA971B-6B21-49BE-9AD4-6A7075D5714D}" presName="dummy" presStyleCnt="0"/>
      <dgm:spPr/>
    </dgm:pt>
    <dgm:pt modelId="{7D5B940A-573D-432E-A61A-599280EFB8DD}" type="pres">
      <dgm:prSet presAssocID="{54FA971B-6B21-49BE-9AD4-6A7075D5714D}" presName="node" presStyleLbl="revTx" presStyleIdx="5" presStyleCnt="6">
        <dgm:presLayoutVars>
          <dgm:bulletEnabled val="1"/>
        </dgm:presLayoutVars>
      </dgm:prSet>
      <dgm:spPr/>
    </dgm:pt>
    <dgm:pt modelId="{974CF9D4-15AF-4052-BF3A-C4DEA5A89396}" type="pres">
      <dgm:prSet presAssocID="{698AA24C-CEAC-4393-967F-18CE4DA083FD}" presName="sibTrans" presStyleLbl="node1" presStyleIdx="5" presStyleCnt="6"/>
      <dgm:spPr/>
    </dgm:pt>
  </dgm:ptLst>
  <dgm:cxnLst>
    <dgm:cxn modelId="{1064D104-CF59-40CB-9C68-A6395198F1FB}" type="presOf" srcId="{64BA268A-013B-4F51-8246-52087DF36E28}" destId="{59E6D687-B8C6-4D76-B850-03B478542D98}" srcOrd="0" destOrd="0" presId="urn:microsoft.com/office/officeart/2005/8/layout/cycle1"/>
    <dgm:cxn modelId="{EC488719-4087-449E-B098-CACC18EA7426}" srcId="{CBC82087-7210-49C4-9C64-02ED9A694973}" destId="{F88B2160-DD1A-4EAE-8136-9DB2CE11222C}" srcOrd="3" destOrd="0" parTransId="{00D001BD-B970-49F4-AF06-DEFC84881266}" sibTransId="{1E507907-2B55-42FF-814D-EB2A5402E215}"/>
    <dgm:cxn modelId="{773C0734-25A2-4D8E-A6F9-E3A0775D4EEF}" srcId="{CBC82087-7210-49C4-9C64-02ED9A694973}" destId="{C6426721-1AB1-4E31-8F92-F555B907C5E9}" srcOrd="2" destOrd="0" parTransId="{ACBA88F9-2921-4BF2-9EFC-3ED9C34849ED}" sibTransId="{E6AB90AF-707A-4A9A-A964-36B7C24EFAD9}"/>
    <dgm:cxn modelId="{C19E2A43-76C5-47C5-8603-F364351394FB}" type="presOf" srcId="{E6AB90AF-707A-4A9A-A964-36B7C24EFAD9}" destId="{52624206-5DC3-4AF5-8C41-0CD4EF4D1A2A}" srcOrd="0" destOrd="0" presId="urn:microsoft.com/office/officeart/2005/8/layout/cycle1"/>
    <dgm:cxn modelId="{C3BFF065-727C-413F-AD8E-8D0F91FC2F17}" type="presOf" srcId="{DD3DAF0D-3854-4BF1-AF84-C8C2DF12E5F8}" destId="{F60132E1-097B-4240-B47E-A5E4EB23F6F8}" srcOrd="0" destOrd="0" presId="urn:microsoft.com/office/officeart/2005/8/layout/cycle1"/>
    <dgm:cxn modelId="{8C3E104B-8057-4544-8F66-D314FBB2050A}" type="presOf" srcId="{CBC82087-7210-49C4-9C64-02ED9A694973}" destId="{77F0E031-D30F-495F-8701-6B6BED156B2E}" srcOrd="0" destOrd="0" presId="urn:microsoft.com/office/officeart/2005/8/layout/cycle1"/>
    <dgm:cxn modelId="{2E6B844D-CD4B-44C9-B038-CF4D3C30AB6B}" type="presOf" srcId="{BFA0EBBE-8046-4B51-8509-D7BE6D510245}" destId="{CDC25FE2-DA33-4846-AC81-A9CD8738E07E}" srcOrd="0" destOrd="0" presId="urn:microsoft.com/office/officeart/2005/8/layout/cycle1"/>
    <dgm:cxn modelId="{C1E69770-8F29-423F-9835-34DAED67AE6E}" type="presOf" srcId="{C6426721-1AB1-4E31-8F92-F555B907C5E9}" destId="{CAD52F66-CA58-4EA7-A8A7-A13CD965DDFE}" srcOrd="0" destOrd="0" presId="urn:microsoft.com/office/officeart/2005/8/layout/cycle1"/>
    <dgm:cxn modelId="{971B6F55-0494-47B2-9275-F778C4BB6FEC}" type="presOf" srcId="{9963FF6E-82F6-4CE9-8761-DBDC58B17AD0}" destId="{50349AC4-B2B8-4575-B6B1-13C111592BDC}" srcOrd="0" destOrd="0" presId="urn:microsoft.com/office/officeart/2005/8/layout/cycle1"/>
    <dgm:cxn modelId="{C3637F97-16F2-4162-88BC-DE542963AFCB}" type="presOf" srcId="{698AA24C-CEAC-4393-967F-18CE4DA083FD}" destId="{974CF9D4-15AF-4052-BF3A-C4DEA5A89396}" srcOrd="0" destOrd="0" presId="urn:microsoft.com/office/officeart/2005/8/layout/cycle1"/>
    <dgm:cxn modelId="{110214A3-978A-4B91-8A96-BE11227DBC28}" type="presOf" srcId="{F88B2160-DD1A-4EAE-8136-9DB2CE11222C}" destId="{35A19016-440D-4C86-9766-5FA363D5035A}" srcOrd="0" destOrd="0" presId="urn:microsoft.com/office/officeart/2005/8/layout/cycle1"/>
    <dgm:cxn modelId="{1D8760A6-82DC-4F33-AD4E-4888041C14F9}" type="presOf" srcId="{953F1CF0-CB6A-42B8-8F2D-20DF4A0AB42F}" destId="{C92FE06D-12AA-4573-A212-682CF12232C7}" srcOrd="0" destOrd="0" presId="urn:microsoft.com/office/officeart/2005/8/layout/cycle1"/>
    <dgm:cxn modelId="{30C820AD-AE63-4EAB-8432-4A94BB15315E}" type="presOf" srcId="{5550D2E2-87C8-4E82-95C2-BB98A9700669}" destId="{3A1C4EEC-C068-4D9E-93E9-32104BC7FDA7}" srcOrd="0" destOrd="0" presId="urn:microsoft.com/office/officeart/2005/8/layout/cycle1"/>
    <dgm:cxn modelId="{CBA7E5C0-8F37-49E1-8109-11A5F804AF22}" type="presOf" srcId="{1E507907-2B55-42FF-814D-EB2A5402E215}" destId="{72211676-1089-4C10-9C99-FBEE531618D7}" srcOrd="0" destOrd="0" presId="urn:microsoft.com/office/officeart/2005/8/layout/cycle1"/>
    <dgm:cxn modelId="{2784DBC1-CA41-4990-8031-46E2D904F49C}" srcId="{CBC82087-7210-49C4-9C64-02ED9A694973}" destId="{54FA971B-6B21-49BE-9AD4-6A7075D5714D}" srcOrd="5" destOrd="0" parTransId="{C470D0E3-0B27-4AC4-A92F-7D237BD61643}" sibTransId="{698AA24C-CEAC-4393-967F-18CE4DA083FD}"/>
    <dgm:cxn modelId="{74798FD4-97B9-4C4D-9535-594502ACFE14}" srcId="{CBC82087-7210-49C4-9C64-02ED9A694973}" destId="{BFA0EBBE-8046-4B51-8509-D7BE6D510245}" srcOrd="0" destOrd="0" parTransId="{F616748C-43EA-4271-8B48-78C19A465DBE}" sibTransId="{5550D2E2-87C8-4E82-95C2-BB98A9700669}"/>
    <dgm:cxn modelId="{A3E19FD4-5DFE-4ABD-91BD-05E4DFEE2E88}" srcId="{CBC82087-7210-49C4-9C64-02ED9A694973}" destId="{9963FF6E-82F6-4CE9-8761-DBDC58B17AD0}" srcOrd="1" destOrd="0" parTransId="{61D089C1-1AA7-4765-9442-9D5329807A35}" sibTransId="{64BA268A-013B-4F51-8246-52087DF36E28}"/>
    <dgm:cxn modelId="{797825FE-870F-4448-A3C4-098FF5B3FB29}" srcId="{CBC82087-7210-49C4-9C64-02ED9A694973}" destId="{953F1CF0-CB6A-42B8-8F2D-20DF4A0AB42F}" srcOrd="4" destOrd="0" parTransId="{FC683747-56BB-4215-A788-C1A9A9755917}" sibTransId="{DD3DAF0D-3854-4BF1-AF84-C8C2DF12E5F8}"/>
    <dgm:cxn modelId="{BC4AEEFE-0E37-4E1C-B264-55CBD076EEFF}" type="presOf" srcId="{54FA971B-6B21-49BE-9AD4-6A7075D5714D}" destId="{7D5B940A-573D-432E-A61A-599280EFB8DD}" srcOrd="0" destOrd="0" presId="urn:microsoft.com/office/officeart/2005/8/layout/cycle1"/>
    <dgm:cxn modelId="{F85FEC72-7907-4536-AF0D-EE43B0BCF654}" type="presParOf" srcId="{77F0E031-D30F-495F-8701-6B6BED156B2E}" destId="{0CC60AC6-BE0D-4D62-A831-C486C98E6873}" srcOrd="0" destOrd="0" presId="urn:microsoft.com/office/officeart/2005/8/layout/cycle1"/>
    <dgm:cxn modelId="{9CD44D74-23EF-4DAD-9CB4-61CA63A4EDCF}" type="presParOf" srcId="{77F0E031-D30F-495F-8701-6B6BED156B2E}" destId="{CDC25FE2-DA33-4846-AC81-A9CD8738E07E}" srcOrd="1" destOrd="0" presId="urn:microsoft.com/office/officeart/2005/8/layout/cycle1"/>
    <dgm:cxn modelId="{42A8249F-47E9-4841-9F7C-E5FF7D25BF14}" type="presParOf" srcId="{77F0E031-D30F-495F-8701-6B6BED156B2E}" destId="{3A1C4EEC-C068-4D9E-93E9-32104BC7FDA7}" srcOrd="2" destOrd="0" presId="urn:microsoft.com/office/officeart/2005/8/layout/cycle1"/>
    <dgm:cxn modelId="{ED440A23-6C0C-4C49-A20D-BC7A1FA98C29}" type="presParOf" srcId="{77F0E031-D30F-495F-8701-6B6BED156B2E}" destId="{350135CC-C417-43FF-A40C-29BE50D4CEBF}" srcOrd="3" destOrd="0" presId="urn:microsoft.com/office/officeart/2005/8/layout/cycle1"/>
    <dgm:cxn modelId="{69AA33FB-B3A1-4029-9591-800625C0A1F9}" type="presParOf" srcId="{77F0E031-D30F-495F-8701-6B6BED156B2E}" destId="{50349AC4-B2B8-4575-B6B1-13C111592BDC}" srcOrd="4" destOrd="0" presId="urn:microsoft.com/office/officeart/2005/8/layout/cycle1"/>
    <dgm:cxn modelId="{B64BA001-F14F-4667-A696-0B039E9E3630}" type="presParOf" srcId="{77F0E031-D30F-495F-8701-6B6BED156B2E}" destId="{59E6D687-B8C6-4D76-B850-03B478542D98}" srcOrd="5" destOrd="0" presId="urn:microsoft.com/office/officeart/2005/8/layout/cycle1"/>
    <dgm:cxn modelId="{0083279C-D062-4070-AB6A-4A04463D9BF9}" type="presParOf" srcId="{77F0E031-D30F-495F-8701-6B6BED156B2E}" destId="{FDBD971D-2721-4AF3-A6BC-A2C22F15997B}" srcOrd="6" destOrd="0" presId="urn:microsoft.com/office/officeart/2005/8/layout/cycle1"/>
    <dgm:cxn modelId="{B35010D9-3525-4CA2-9C61-9E8A28C18520}" type="presParOf" srcId="{77F0E031-D30F-495F-8701-6B6BED156B2E}" destId="{CAD52F66-CA58-4EA7-A8A7-A13CD965DDFE}" srcOrd="7" destOrd="0" presId="urn:microsoft.com/office/officeart/2005/8/layout/cycle1"/>
    <dgm:cxn modelId="{28FAF92A-6CB1-4289-974D-B396775A86B1}" type="presParOf" srcId="{77F0E031-D30F-495F-8701-6B6BED156B2E}" destId="{52624206-5DC3-4AF5-8C41-0CD4EF4D1A2A}" srcOrd="8" destOrd="0" presId="urn:microsoft.com/office/officeart/2005/8/layout/cycle1"/>
    <dgm:cxn modelId="{5FCCE9D2-5B52-4CD6-9C11-BD81248F4A81}" type="presParOf" srcId="{77F0E031-D30F-495F-8701-6B6BED156B2E}" destId="{2BD1B103-0DFC-461B-BF1D-52CC7D4E1DD5}" srcOrd="9" destOrd="0" presId="urn:microsoft.com/office/officeart/2005/8/layout/cycle1"/>
    <dgm:cxn modelId="{6382243B-C5FF-4C61-97E4-512F8008D52F}" type="presParOf" srcId="{77F0E031-D30F-495F-8701-6B6BED156B2E}" destId="{35A19016-440D-4C86-9766-5FA363D5035A}" srcOrd="10" destOrd="0" presId="urn:microsoft.com/office/officeart/2005/8/layout/cycle1"/>
    <dgm:cxn modelId="{2B28D0B5-9A48-4133-9A25-500191778446}" type="presParOf" srcId="{77F0E031-D30F-495F-8701-6B6BED156B2E}" destId="{72211676-1089-4C10-9C99-FBEE531618D7}" srcOrd="11" destOrd="0" presId="urn:microsoft.com/office/officeart/2005/8/layout/cycle1"/>
    <dgm:cxn modelId="{2D591880-6724-4B41-A8A9-38BD07228FF7}" type="presParOf" srcId="{77F0E031-D30F-495F-8701-6B6BED156B2E}" destId="{F54DC0DC-88DF-47BF-9CA4-A8798A0165B2}" srcOrd="12" destOrd="0" presId="urn:microsoft.com/office/officeart/2005/8/layout/cycle1"/>
    <dgm:cxn modelId="{A14A6134-15C1-4123-A865-76C26EFFEFD5}" type="presParOf" srcId="{77F0E031-D30F-495F-8701-6B6BED156B2E}" destId="{C92FE06D-12AA-4573-A212-682CF12232C7}" srcOrd="13" destOrd="0" presId="urn:microsoft.com/office/officeart/2005/8/layout/cycle1"/>
    <dgm:cxn modelId="{3440B89B-F8F0-4C81-A67B-81E88F492105}" type="presParOf" srcId="{77F0E031-D30F-495F-8701-6B6BED156B2E}" destId="{F60132E1-097B-4240-B47E-A5E4EB23F6F8}" srcOrd="14" destOrd="0" presId="urn:microsoft.com/office/officeart/2005/8/layout/cycle1"/>
    <dgm:cxn modelId="{CF1A78A6-8F5E-4CAA-8A98-149D3A88BBAD}" type="presParOf" srcId="{77F0E031-D30F-495F-8701-6B6BED156B2E}" destId="{BF0B6C80-2E17-4A25-AC18-3C9BEE3054C2}" srcOrd="15" destOrd="0" presId="urn:microsoft.com/office/officeart/2005/8/layout/cycle1"/>
    <dgm:cxn modelId="{76BD7B91-2BD4-431E-B794-02D1E7062139}" type="presParOf" srcId="{77F0E031-D30F-495F-8701-6B6BED156B2E}" destId="{7D5B940A-573D-432E-A61A-599280EFB8DD}" srcOrd="16" destOrd="0" presId="urn:microsoft.com/office/officeart/2005/8/layout/cycle1"/>
    <dgm:cxn modelId="{7CF0DC5F-816D-448B-9276-3770E6CCFB39}" type="presParOf" srcId="{77F0E031-D30F-495F-8701-6B6BED156B2E}" destId="{974CF9D4-15AF-4052-BF3A-C4DEA5A89396}" srcOrd="17" destOrd="0" presId="urn:microsoft.com/office/officeart/2005/8/layout/cycle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6BAE87A-745F-4176-BDB2-99B8A227C51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6BC4FB15-EA80-45FF-8397-1D9D1315E161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dirty="0"/>
            <a:t>Kaggle Loan Prediction Dataset</a:t>
          </a:r>
        </a:p>
      </dgm:t>
    </dgm:pt>
    <dgm:pt modelId="{D382F9C6-549E-4CF1-8991-420ACAD14C52}" type="parTrans" cxnId="{833CAE31-395C-4C6E-8001-15D015EAD68A}">
      <dgm:prSet/>
      <dgm:spPr/>
      <dgm:t>
        <a:bodyPr/>
        <a:lstStyle/>
        <a:p>
          <a:endParaRPr lang="en-US"/>
        </a:p>
      </dgm:t>
    </dgm:pt>
    <dgm:pt modelId="{17E29CA0-76B4-4737-BD47-02664F058FDC}" type="sibTrans" cxnId="{833CAE31-395C-4C6E-8001-15D015EAD68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E7216556-2454-431F-BF8C-D248737CBDEB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dirty="0"/>
            <a:t>UCI Bank Marketing Dataset</a:t>
          </a:r>
        </a:p>
      </dgm:t>
    </dgm:pt>
    <dgm:pt modelId="{23FFEA5A-9EA5-40AD-8A2D-9534AD887D5E}" type="parTrans" cxnId="{07B94709-706A-43A5-8908-CAFD0D0717BF}">
      <dgm:prSet/>
      <dgm:spPr/>
      <dgm:t>
        <a:bodyPr/>
        <a:lstStyle/>
        <a:p>
          <a:endParaRPr lang="en-US"/>
        </a:p>
      </dgm:t>
    </dgm:pt>
    <dgm:pt modelId="{57C816AE-3877-4271-A73F-98C0D3DA21B2}" type="sibTrans" cxnId="{07B94709-706A-43A5-8908-CAFD0D0717BF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767DDB17-E916-4FF7-A30A-023E081BB8B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 dirty="0"/>
            <a:t>Features: income, credit history, loan amount, dependents</a:t>
          </a:r>
        </a:p>
      </dgm:t>
    </dgm:pt>
    <dgm:pt modelId="{AA418A9D-B2DE-40D7-9ADC-E275C51CCAB0}" type="parTrans" cxnId="{7101D768-EFBE-4785-A6AB-62A7CFE647C0}">
      <dgm:prSet/>
      <dgm:spPr/>
      <dgm:t>
        <a:bodyPr/>
        <a:lstStyle/>
        <a:p>
          <a:endParaRPr lang="en-US"/>
        </a:p>
      </dgm:t>
    </dgm:pt>
    <dgm:pt modelId="{67940518-D6DA-4620-809E-8BE17F5EEDDE}" type="sibTrans" cxnId="{7101D768-EFBE-4785-A6AB-62A7CFE647C0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975DF78-DC56-45CA-9863-3E999E7E769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900"/>
            <a:t>Employment type, dependents, debt ratio</a:t>
          </a:r>
          <a:endParaRPr lang="en-US" sz="1900" dirty="0"/>
        </a:p>
      </dgm:t>
    </dgm:pt>
    <dgm:pt modelId="{70C6FB73-9593-48D7-BDE6-DDCB50A794DC}" type="parTrans" cxnId="{4C78E9CD-AB4E-400A-99D4-4A903C3983D0}">
      <dgm:prSet/>
      <dgm:spPr/>
      <dgm:t>
        <a:bodyPr/>
        <a:lstStyle/>
        <a:p>
          <a:endParaRPr lang="en-IN"/>
        </a:p>
      </dgm:t>
    </dgm:pt>
    <dgm:pt modelId="{90E7B9F0-C3AC-42D1-A63A-458D30C554F3}" type="sibTrans" cxnId="{4C78E9CD-AB4E-400A-99D4-4A903C3983D0}">
      <dgm:prSet/>
      <dgm:spPr/>
      <dgm:t>
        <a:bodyPr/>
        <a:lstStyle/>
        <a:p>
          <a:endParaRPr lang="en-IN"/>
        </a:p>
      </dgm:t>
    </dgm:pt>
    <dgm:pt modelId="{FE5EF171-B250-4BA9-AB76-55AD735F0593}" type="pres">
      <dgm:prSet presAssocID="{96BAE87A-745F-4176-BDB2-99B8A227C51C}" presName="root" presStyleCnt="0">
        <dgm:presLayoutVars>
          <dgm:dir/>
          <dgm:resizeHandles val="exact"/>
        </dgm:presLayoutVars>
      </dgm:prSet>
      <dgm:spPr/>
    </dgm:pt>
    <dgm:pt modelId="{A78B5569-4C82-4FE4-8E07-7B3C30962CAB}" type="pres">
      <dgm:prSet presAssocID="{96BAE87A-745F-4176-BDB2-99B8A227C51C}" presName="container" presStyleCnt="0">
        <dgm:presLayoutVars>
          <dgm:dir/>
          <dgm:resizeHandles val="exact"/>
        </dgm:presLayoutVars>
      </dgm:prSet>
      <dgm:spPr/>
    </dgm:pt>
    <dgm:pt modelId="{BFBD927F-9EFC-42CC-8A3E-F4444A537FD7}" type="pres">
      <dgm:prSet presAssocID="{6BC4FB15-EA80-45FF-8397-1D9D1315E161}" presName="compNode" presStyleCnt="0"/>
      <dgm:spPr/>
    </dgm:pt>
    <dgm:pt modelId="{CF68A1E2-A44D-42EC-8D48-79DE0F732DCB}" type="pres">
      <dgm:prSet presAssocID="{6BC4FB15-EA80-45FF-8397-1D9D1315E161}" presName="iconBgRect" presStyleLbl="bgShp" presStyleIdx="0" presStyleCnt="4"/>
      <dgm:spPr/>
    </dgm:pt>
    <dgm:pt modelId="{00CF6911-CB22-4D2B-8E0E-0F9FCCA97AFD}" type="pres">
      <dgm:prSet presAssocID="{6BC4FB15-EA80-45FF-8397-1D9D1315E16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55FF6EBA-E883-4B19-8261-F160B0DD846D}" type="pres">
      <dgm:prSet presAssocID="{6BC4FB15-EA80-45FF-8397-1D9D1315E161}" presName="spaceRect" presStyleCnt="0"/>
      <dgm:spPr/>
    </dgm:pt>
    <dgm:pt modelId="{D17B18EE-D0C2-4299-AB55-9E0D084A9582}" type="pres">
      <dgm:prSet presAssocID="{6BC4FB15-EA80-45FF-8397-1D9D1315E161}" presName="textRect" presStyleLbl="revTx" presStyleIdx="0" presStyleCnt="4">
        <dgm:presLayoutVars>
          <dgm:chMax val="1"/>
          <dgm:chPref val="1"/>
        </dgm:presLayoutVars>
      </dgm:prSet>
      <dgm:spPr/>
    </dgm:pt>
    <dgm:pt modelId="{44CD2187-A775-4671-B460-C6FA03CDE19B}" type="pres">
      <dgm:prSet presAssocID="{17E29CA0-76B4-4737-BD47-02664F058FDC}" presName="sibTrans" presStyleLbl="sibTrans2D1" presStyleIdx="0" presStyleCnt="0"/>
      <dgm:spPr/>
    </dgm:pt>
    <dgm:pt modelId="{97D8E85F-64BD-4EE4-A7F4-0E745F7DEDCE}" type="pres">
      <dgm:prSet presAssocID="{E7216556-2454-431F-BF8C-D248737CBDEB}" presName="compNode" presStyleCnt="0"/>
      <dgm:spPr/>
    </dgm:pt>
    <dgm:pt modelId="{CA72A5DC-D248-4D80-AF9D-287216D309DC}" type="pres">
      <dgm:prSet presAssocID="{E7216556-2454-431F-BF8C-D248737CBDEB}" presName="iconBgRect" presStyleLbl="bgShp" presStyleIdx="1" presStyleCnt="4"/>
      <dgm:spPr/>
    </dgm:pt>
    <dgm:pt modelId="{682C2BD3-B435-4A5C-BA43-A85A44E6E3FF}" type="pres">
      <dgm:prSet presAssocID="{E7216556-2454-431F-BF8C-D248737CBDE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919130C-0A8F-416F-8692-324E2B666236}" type="pres">
      <dgm:prSet presAssocID="{E7216556-2454-431F-BF8C-D248737CBDEB}" presName="spaceRect" presStyleCnt="0"/>
      <dgm:spPr/>
    </dgm:pt>
    <dgm:pt modelId="{9EDB0804-6D5E-473D-86EB-7AA5E97D3B64}" type="pres">
      <dgm:prSet presAssocID="{E7216556-2454-431F-BF8C-D248737CBDEB}" presName="textRect" presStyleLbl="revTx" presStyleIdx="1" presStyleCnt="4">
        <dgm:presLayoutVars>
          <dgm:chMax val="1"/>
          <dgm:chPref val="1"/>
        </dgm:presLayoutVars>
      </dgm:prSet>
      <dgm:spPr/>
    </dgm:pt>
    <dgm:pt modelId="{BA60F527-CD5D-431B-B471-F54BAEE8A344}" type="pres">
      <dgm:prSet presAssocID="{57C816AE-3877-4271-A73F-98C0D3DA21B2}" presName="sibTrans" presStyleLbl="sibTrans2D1" presStyleIdx="0" presStyleCnt="0"/>
      <dgm:spPr/>
    </dgm:pt>
    <dgm:pt modelId="{7AFF2BAA-F4B0-4FB7-907B-BB0AD3E3E6BB}" type="pres">
      <dgm:prSet presAssocID="{767DDB17-E916-4FF7-A30A-023E081BB8B6}" presName="compNode" presStyleCnt="0"/>
      <dgm:spPr/>
    </dgm:pt>
    <dgm:pt modelId="{1A3462F4-98ED-4F59-B0A6-68380693B095}" type="pres">
      <dgm:prSet presAssocID="{767DDB17-E916-4FF7-A30A-023E081BB8B6}" presName="iconBgRect" presStyleLbl="bgShp" presStyleIdx="2" presStyleCnt="4"/>
      <dgm:spPr/>
    </dgm:pt>
    <dgm:pt modelId="{A29216A9-FD85-430D-A0BE-7D965F1C5F9F}" type="pres">
      <dgm:prSet presAssocID="{767DDB17-E916-4FF7-A30A-023E081BB8B6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607BEEA6-FAAD-4035-949C-FB686CCB79A8}" type="pres">
      <dgm:prSet presAssocID="{767DDB17-E916-4FF7-A30A-023E081BB8B6}" presName="spaceRect" presStyleCnt="0"/>
      <dgm:spPr/>
    </dgm:pt>
    <dgm:pt modelId="{30D14DA4-16DD-4ACC-9422-A0C057F5DD70}" type="pres">
      <dgm:prSet presAssocID="{767DDB17-E916-4FF7-A30A-023E081BB8B6}" presName="textRect" presStyleLbl="revTx" presStyleIdx="2" presStyleCnt="4">
        <dgm:presLayoutVars>
          <dgm:chMax val="1"/>
          <dgm:chPref val="1"/>
        </dgm:presLayoutVars>
      </dgm:prSet>
      <dgm:spPr/>
    </dgm:pt>
    <dgm:pt modelId="{65F25EC2-1BBE-4AF4-8F35-2C026C44BACB}" type="pres">
      <dgm:prSet presAssocID="{67940518-D6DA-4620-809E-8BE17F5EEDDE}" presName="sibTrans" presStyleLbl="sibTrans2D1" presStyleIdx="0" presStyleCnt="0"/>
      <dgm:spPr/>
    </dgm:pt>
    <dgm:pt modelId="{1D0E124C-1F19-491A-BCCC-935347EDA948}" type="pres">
      <dgm:prSet presAssocID="{9975DF78-DC56-45CA-9863-3E999E7E7697}" presName="compNode" presStyleCnt="0"/>
      <dgm:spPr/>
    </dgm:pt>
    <dgm:pt modelId="{9F977758-0FEF-4747-A77A-150B5CF59A32}" type="pres">
      <dgm:prSet presAssocID="{9975DF78-DC56-45CA-9863-3E999E7E7697}" presName="iconBgRect" presStyleLbl="bgShp" presStyleIdx="3" presStyleCnt="4"/>
      <dgm:spPr/>
    </dgm:pt>
    <dgm:pt modelId="{DB081FEA-7797-4DF8-9ECB-FC3B1869B836}" type="pres">
      <dgm:prSet presAssocID="{9975DF78-DC56-45CA-9863-3E999E7E769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85C61996-C0C3-4CDC-9EF1-C36A953C0367}" type="pres">
      <dgm:prSet presAssocID="{9975DF78-DC56-45CA-9863-3E999E7E7697}" presName="spaceRect" presStyleCnt="0"/>
      <dgm:spPr/>
    </dgm:pt>
    <dgm:pt modelId="{F60F3A70-0A27-4B12-A64E-A97458E33F14}" type="pres">
      <dgm:prSet presAssocID="{9975DF78-DC56-45CA-9863-3E999E7E7697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7755301-C7D6-4FA3-8EDE-A93E917DCC26}" type="presOf" srcId="{E7216556-2454-431F-BF8C-D248737CBDEB}" destId="{9EDB0804-6D5E-473D-86EB-7AA5E97D3B64}" srcOrd="0" destOrd="0" presId="urn:microsoft.com/office/officeart/2018/2/layout/IconCircleList"/>
    <dgm:cxn modelId="{07B94709-706A-43A5-8908-CAFD0D0717BF}" srcId="{96BAE87A-745F-4176-BDB2-99B8A227C51C}" destId="{E7216556-2454-431F-BF8C-D248737CBDEB}" srcOrd="1" destOrd="0" parTransId="{23FFEA5A-9EA5-40AD-8A2D-9534AD887D5E}" sibTransId="{57C816AE-3877-4271-A73F-98C0D3DA21B2}"/>
    <dgm:cxn modelId="{9D88AE09-09FE-4E66-97EA-16536A308682}" type="presOf" srcId="{57C816AE-3877-4271-A73F-98C0D3DA21B2}" destId="{BA60F527-CD5D-431B-B471-F54BAEE8A344}" srcOrd="0" destOrd="0" presId="urn:microsoft.com/office/officeart/2018/2/layout/IconCircleList"/>
    <dgm:cxn modelId="{11B67916-34DD-465F-9D5D-F97FF5382C94}" type="presOf" srcId="{96BAE87A-745F-4176-BDB2-99B8A227C51C}" destId="{FE5EF171-B250-4BA9-AB76-55AD735F0593}" srcOrd="0" destOrd="0" presId="urn:microsoft.com/office/officeart/2018/2/layout/IconCircleList"/>
    <dgm:cxn modelId="{833CAE31-395C-4C6E-8001-15D015EAD68A}" srcId="{96BAE87A-745F-4176-BDB2-99B8A227C51C}" destId="{6BC4FB15-EA80-45FF-8397-1D9D1315E161}" srcOrd="0" destOrd="0" parTransId="{D382F9C6-549E-4CF1-8991-420ACAD14C52}" sibTransId="{17E29CA0-76B4-4737-BD47-02664F058FDC}"/>
    <dgm:cxn modelId="{F50E883E-8CDF-40FE-B254-93DF5E185951}" type="presOf" srcId="{767DDB17-E916-4FF7-A30A-023E081BB8B6}" destId="{30D14DA4-16DD-4ACC-9422-A0C057F5DD70}" srcOrd="0" destOrd="0" presId="urn:microsoft.com/office/officeart/2018/2/layout/IconCircleList"/>
    <dgm:cxn modelId="{7101D768-EFBE-4785-A6AB-62A7CFE647C0}" srcId="{96BAE87A-745F-4176-BDB2-99B8A227C51C}" destId="{767DDB17-E916-4FF7-A30A-023E081BB8B6}" srcOrd="2" destOrd="0" parTransId="{AA418A9D-B2DE-40D7-9ADC-E275C51CCAB0}" sibTransId="{67940518-D6DA-4620-809E-8BE17F5EEDDE}"/>
    <dgm:cxn modelId="{368BE1A3-3413-445F-B9AF-CD32B9B9EBEA}" type="presOf" srcId="{67940518-D6DA-4620-809E-8BE17F5EEDDE}" destId="{65F25EC2-1BBE-4AF4-8F35-2C026C44BACB}" srcOrd="0" destOrd="0" presId="urn:microsoft.com/office/officeart/2018/2/layout/IconCircleList"/>
    <dgm:cxn modelId="{4C78E9CD-AB4E-400A-99D4-4A903C3983D0}" srcId="{96BAE87A-745F-4176-BDB2-99B8A227C51C}" destId="{9975DF78-DC56-45CA-9863-3E999E7E7697}" srcOrd="3" destOrd="0" parTransId="{70C6FB73-9593-48D7-BDE6-DDCB50A794DC}" sibTransId="{90E7B9F0-C3AC-42D1-A63A-458D30C554F3}"/>
    <dgm:cxn modelId="{E9AF17D3-16EA-4799-B05F-D68B5830BD5A}" type="presOf" srcId="{17E29CA0-76B4-4737-BD47-02664F058FDC}" destId="{44CD2187-A775-4671-B460-C6FA03CDE19B}" srcOrd="0" destOrd="0" presId="urn:microsoft.com/office/officeart/2018/2/layout/IconCircleList"/>
    <dgm:cxn modelId="{5F7192DB-8453-4CDD-96DE-10515E530F49}" type="presOf" srcId="{6BC4FB15-EA80-45FF-8397-1D9D1315E161}" destId="{D17B18EE-D0C2-4299-AB55-9E0D084A9582}" srcOrd="0" destOrd="0" presId="urn:microsoft.com/office/officeart/2018/2/layout/IconCircleList"/>
    <dgm:cxn modelId="{A5CD32DC-4445-43AE-A286-E0663F375E3E}" type="presOf" srcId="{9975DF78-DC56-45CA-9863-3E999E7E7697}" destId="{F60F3A70-0A27-4B12-A64E-A97458E33F14}" srcOrd="0" destOrd="0" presId="urn:microsoft.com/office/officeart/2018/2/layout/IconCircleList"/>
    <dgm:cxn modelId="{802BAEF8-D489-4F4F-97E5-46CD8709FF3F}" type="presParOf" srcId="{FE5EF171-B250-4BA9-AB76-55AD735F0593}" destId="{A78B5569-4C82-4FE4-8E07-7B3C30962CAB}" srcOrd="0" destOrd="0" presId="urn:microsoft.com/office/officeart/2018/2/layout/IconCircleList"/>
    <dgm:cxn modelId="{FF23411D-A760-42BD-B741-03E82645CBE6}" type="presParOf" srcId="{A78B5569-4C82-4FE4-8E07-7B3C30962CAB}" destId="{BFBD927F-9EFC-42CC-8A3E-F4444A537FD7}" srcOrd="0" destOrd="0" presId="urn:microsoft.com/office/officeart/2018/2/layout/IconCircleList"/>
    <dgm:cxn modelId="{E2729CF9-F4F4-45A3-9BDC-4FB47BC929AD}" type="presParOf" srcId="{BFBD927F-9EFC-42CC-8A3E-F4444A537FD7}" destId="{CF68A1E2-A44D-42EC-8D48-79DE0F732DCB}" srcOrd="0" destOrd="0" presId="urn:microsoft.com/office/officeart/2018/2/layout/IconCircleList"/>
    <dgm:cxn modelId="{2D7D977B-3BC0-4496-A110-21974A2C4F9C}" type="presParOf" srcId="{BFBD927F-9EFC-42CC-8A3E-F4444A537FD7}" destId="{00CF6911-CB22-4D2B-8E0E-0F9FCCA97AFD}" srcOrd="1" destOrd="0" presId="urn:microsoft.com/office/officeart/2018/2/layout/IconCircleList"/>
    <dgm:cxn modelId="{D30815C2-4CBC-4D4F-955E-63C0D79A6DE3}" type="presParOf" srcId="{BFBD927F-9EFC-42CC-8A3E-F4444A537FD7}" destId="{55FF6EBA-E883-4B19-8261-F160B0DD846D}" srcOrd="2" destOrd="0" presId="urn:microsoft.com/office/officeart/2018/2/layout/IconCircleList"/>
    <dgm:cxn modelId="{2E2D830E-916C-4759-B2DC-2EF734BA50CE}" type="presParOf" srcId="{BFBD927F-9EFC-42CC-8A3E-F4444A537FD7}" destId="{D17B18EE-D0C2-4299-AB55-9E0D084A9582}" srcOrd="3" destOrd="0" presId="urn:microsoft.com/office/officeart/2018/2/layout/IconCircleList"/>
    <dgm:cxn modelId="{E83DCF59-45B6-4BE2-BC9F-2A51C03E3CEB}" type="presParOf" srcId="{A78B5569-4C82-4FE4-8E07-7B3C30962CAB}" destId="{44CD2187-A775-4671-B460-C6FA03CDE19B}" srcOrd="1" destOrd="0" presId="urn:microsoft.com/office/officeart/2018/2/layout/IconCircleList"/>
    <dgm:cxn modelId="{E7781B09-99E2-4138-9FE6-3EC396687370}" type="presParOf" srcId="{A78B5569-4C82-4FE4-8E07-7B3C30962CAB}" destId="{97D8E85F-64BD-4EE4-A7F4-0E745F7DEDCE}" srcOrd="2" destOrd="0" presId="urn:microsoft.com/office/officeart/2018/2/layout/IconCircleList"/>
    <dgm:cxn modelId="{7BD872BC-9807-482F-B40E-EDEF4E6374F6}" type="presParOf" srcId="{97D8E85F-64BD-4EE4-A7F4-0E745F7DEDCE}" destId="{CA72A5DC-D248-4D80-AF9D-287216D309DC}" srcOrd="0" destOrd="0" presId="urn:microsoft.com/office/officeart/2018/2/layout/IconCircleList"/>
    <dgm:cxn modelId="{239051EB-2F85-401C-8CE3-3F14E78795AC}" type="presParOf" srcId="{97D8E85F-64BD-4EE4-A7F4-0E745F7DEDCE}" destId="{682C2BD3-B435-4A5C-BA43-A85A44E6E3FF}" srcOrd="1" destOrd="0" presId="urn:microsoft.com/office/officeart/2018/2/layout/IconCircleList"/>
    <dgm:cxn modelId="{47F3CC8F-4593-4D5C-90A7-3B22F7311509}" type="presParOf" srcId="{97D8E85F-64BD-4EE4-A7F4-0E745F7DEDCE}" destId="{9919130C-0A8F-416F-8692-324E2B666236}" srcOrd="2" destOrd="0" presId="urn:microsoft.com/office/officeart/2018/2/layout/IconCircleList"/>
    <dgm:cxn modelId="{4512B880-8ED1-4F36-9CD3-313B20C35C51}" type="presParOf" srcId="{97D8E85F-64BD-4EE4-A7F4-0E745F7DEDCE}" destId="{9EDB0804-6D5E-473D-86EB-7AA5E97D3B64}" srcOrd="3" destOrd="0" presId="urn:microsoft.com/office/officeart/2018/2/layout/IconCircleList"/>
    <dgm:cxn modelId="{B6758292-A887-4529-B0C3-C2B17DC55CCA}" type="presParOf" srcId="{A78B5569-4C82-4FE4-8E07-7B3C30962CAB}" destId="{BA60F527-CD5D-431B-B471-F54BAEE8A344}" srcOrd="3" destOrd="0" presId="urn:microsoft.com/office/officeart/2018/2/layout/IconCircleList"/>
    <dgm:cxn modelId="{E26A20D8-C06E-438E-B5D1-D57EDB6EA16C}" type="presParOf" srcId="{A78B5569-4C82-4FE4-8E07-7B3C30962CAB}" destId="{7AFF2BAA-F4B0-4FB7-907B-BB0AD3E3E6BB}" srcOrd="4" destOrd="0" presId="urn:microsoft.com/office/officeart/2018/2/layout/IconCircleList"/>
    <dgm:cxn modelId="{5524270D-31ED-4E3D-BD28-CC7EDDD4529D}" type="presParOf" srcId="{7AFF2BAA-F4B0-4FB7-907B-BB0AD3E3E6BB}" destId="{1A3462F4-98ED-4F59-B0A6-68380693B095}" srcOrd="0" destOrd="0" presId="urn:microsoft.com/office/officeart/2018/2/layout/IconCircleList"/>
    <dgm:cxn modelId="{24961FC3-0063-4372-8227-3A7A24E6BE03}" type="presParOf" srcId="{7AFF2BAA-F4B0-4FB7-907B-BB0AD3E3E6BB}" destId="{A29216A9-FD85-430D-A0BE-7D965F1C5F9F}" srcOrd="1" destOrd="0" presId="urn:microsoft.com/office/officeart/2018/2/layout/IconCircleList"/>
    <dgm:cxn modelId="{DCF7A65F-FC95-456B-A42D-7942567602E6}" type="presParOf" srcId="{7AFF2BAA-F4B0-4FB7-907B-BB0AD3E3E6BB}" destId="{607BEEA6-FAAD-4035-949C-FB686CCB79A8}" srcOrd="2" destOrd="0" presId="urn:microsoft.com/office/officeart/2018/2/layout/IconCircleList"/>
    <dgm:cxn modelId="{E54D5287-4987-4370-97DB-ED7684B2E7E9}" type="presParOf" srcId="{7AFF2BAA-F4B0-4FB7-907B-BB0AD3E3E6BB}" destId="{30D14DA4-16DD-4ACC-9422-A0C057F5DD70}" srcOrd="3" destOrd="0" presId="urn:microsoft.com/office/officeart/2018/2/layout/IconCircleList"/>
    <dgm:cxn modelId="{CF600798-CF71-4A15-B265-F25270D0B337}" type="presParOf" srcId="{A78B5569-4C82-4FE4-8E07-7B3C30962CAB}" destId="{65F25EC2-1BBE-4AF4-8F35-2C026C44BACB}" srcOrd="5" destOrd="0" presId="urn:microsoft.com/office/officeart/2018/2/layout/IconCircleList"/>
    <dgm:cxn modelId="{C56F5690-E92C-455D-B117-80C5B6A67FC0}" type="presParOf" srcId="{A78B5569-4C82-4FE4-8E07-7B3C30962CAB}" destId="{1D0E124C-1F19-491A-BCCC-935347EDA948}" srcOrd="6" destOrd="0" presId="urn:microsoft.com/office/officeart/2018/2/layout/IconCircleList"/>
    <dgm:cxn modelId="{744671D7-DDC3-4C23-9E25-38CAD2658722}" type="presParOf" srcId="{1D0E124C-1F19-491A-BCCC-935347EDA948}" destId="{9F977758-0FEF-4747-A77A-150B5CF59A32}" srcOrd="0" destOrd="0" presId="urn:microsoft.com/office/officeart/2018/2/layout/IconCircleList"/>
    <dgm:cxn modelId="{0BA5A8C7-19B0-4902-9EA1-A1B9BB733E7A}" type="presParOf" srcId="{1D0E124C-1F19-491A-BCCC-935347EDA948}" destId="{DB081FEA-7797-4DF8-9ECB-FC3B1869B836}" srcOrd="1" destOrd="0" presId="urn:microsoft.com/office/officeart/2018/2/layout/IconCircleList"/>
    <dgm:cxn modelId="{AB239129-DF47-41BA-80A8-0A4B293AD650}" type="presParOf" srcId="{1D0E124C-1F19-491A-BCCC-935347EDA948}" destId="{85C61996-C0C3-4CDC-9EF1-C36A953C0367}" srcOrd="2" destOrd="0" presId="urn:microsoft.com/office/officeart/2018/2/layout/IconCircleList"/>
    <dgm:cxn modelId="{F35F3C45-517A-46DD-ACD4-294C552AC782}" type="presParOf" srcId="{1D0E124C-1F19-491A-BCCC-935347EDA948}" destId="{F60F3A70-0A27-4B12-A64E-A97458E33F1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59BA854-ADDC-417D-920B-850D7ADC32AE}" type="doc">
      <dgm:prSet loTypeId="urn:microsoft.com/office/officeart/2005/8/layout/matrix3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DAB782-E743-4301-87D1-234E131AF4F2}">
      <dgm:prSet/>
      <dgm:spPr/>
      <dgm:t>
        <a:bodyPr/>
        <a:lstStyle/>
        <a:p>
          <a:r>
            <a:rPr lang="en-US" dirty="0"/>
            <a:t>Deployment difficulties in real banking systems</a:t>
          </a:r>
        </a:p>
      </dgm:t>
    </dgm:pt>
    <dgm:pt modelId="{0C04DADB-9D69-4147-A6EC-B8DE5096C127}" type="parTrans" cxnId="{7AD8D8FE-1BCA-4DC0-9944-053C36DE3AEF}">
      <dgm:prSet/>
      <dgm:spPr/>
      <dgm:t>
        <a:bodyPr/>
        <a:lstStyle/>
        <a:p>
          <a:endParaRPr lang="en-US"/>
        </a:p>
      </dgm:t>
    </dgm:pt>
    <dgm:pt modelId="{2F7FF02F-29EF-4B1F-BA0A-167E2C098348}" type="sibTrans" cxnId="{7AD8D8FE-1BCA-4DC0-9944-053C36DE3AEF}">
      <dgm:prSet/>
      <dgm:spPr/>
      <dgm:t>
        <a:bodyPr/>
        <a:lstStyle/>
        <a:p>
          <a:endParaRPr lang="en-US"/>
        </a:p>
      </dgm:t>
    </dgm:pt>
    <dgm:pt modelId="{D51762AC-DC5C-47F6-B96A-388BB7D367D7}">
      <dgm:prSet/>
      <dgm:spPr/>
      <dgm:t>
        <a:bodyPr/>
        <a:lstStyle/>
        <a:p>
          <a:r>
            <a:rPr lang="en-US" dirty="0"/>
            <a:t>Data bias affects fairness of decisions</a:t>
          </a:r>
        </a:p>
      </dgm:t>
    </dgm:pt>
    <dgm:pt modelId="{B7617C67-6CDE-4DAB-B788-798882163EB8}" type="parTrans" cxnId="{23882468-37A1-4532-9887-7B64A67AD6A4}">
      <dgm:prSet/>
      <dgm:spPr/>
      <dgm:t>
        <a:bodyPr/>
        <a:lstStyle/>
        <a:p>
          <a:endParaRPr lang="en-US"/>
        </a:p>
      </dgm:t>
    </dgm:pt>
    <dgm:pt modelId="{A0590B72-6158-4CAD-832F-0ADF21DD0333}" type="sibTrans" cxnId="{23882468-37A1-4532-9887-7B64A67AD6A4}">
      <dgm:prSet/>
      <dgm:spPr/>
      <dgm:t>
        <a:bodyPr/>
        <a:lstStyle/>
        <a:p>
          <a:endParaRPr lang="en-US"/>
        </a:p>
      </dgm:t>
    </dgm:pt>
    <dgm:pt modelId="{02AD6DF6-768A-4065-8CB4-7905176BAD6D}">
      <dgm:prSet/>
      <dgm:spPr/>
      <dgm:t>
        <a:bodyPr/>
        <a:lstStyle/>
        <a:p>
          <a:r>
            <a:rPr lang="en-US" dirty="0"/>
            <a:t>Lack of high-quality financial datasets</a:t>
          </a:r>
        </a:p>
      </dgm:t>
    </dgm:pt>
    <dgm:pt modelId="{2F5FED47-4CF4-46AB-92E1-38B2167BB8AD}" type="parTrans" cxnId="{0708AA5E-A3BF-4BD3-9F94-1F91DA26AB16}">
      <dgm:prSet/>
      <dgm:spPr/>
      <dgm:t>
        <a:bodyPr/>
        <a:lstStyle/>
        <a:p>
          <a:endParaRPr lang="en-US"/>
        </a:p>
      </dgm:t>
    </dgm:pt>
    <dgm:pt modelId="{CDEF302E-2B79-4A6E-A323-5AF29785F62D}" type="sibTrans" cxnId="{0708AA5E-A3BF-4BD3-9F94-1F91DA26AB16}">
      <dgm:prSet/>
      <dgm:spPr/>
      <dgm:t>
        <a:bodyPr/>
        <a:lstStyle/>
        <a:p>
          <a:endParaRPr lang="en-US"/>
        </a:p>
      </dgm:t>
    </dgm:pt>
    <dgm:pt modelId="{33353957-25BF-4C43-8A83-8C86DB0AC557}">
      <dgm:prSet/>
      <dgm:spPr/>
      <dgm:t>
        <a:bodyPr/>
        <a:lstStyle/>
        <a:p>
          <a:r>
            <a:rPr lang="en-US" dirty="0"/>
            <a:t>Regulatory Compliance issues</a:t>
          </a:r>
        </a:p>
      </dgm:t>
    </dgm:pt>
    <dgm:pt modelId="{949D7422-8ACD-45D7-9AC7-D1054885A77D}" type="parTrans" cxnId="{8E74283E-1B09-485D-9C9E-0656CDDC46CB}">
      <dgm:prSet/>
      <dgm:spPr/>
      <dgm:t>
        <a:bodyPr/>
        <a:lstStyle/>
        <a:p>
          <a:endParaRPr lang="en-US"/>
        </a:p>
      </dgm:t>
    </dgm:pt>
    <dgm:pt modelId="{261048AB-781E-44F9-BBB2-8AB2588161FF}" type="sibTrans" cxnId="{8E74283E-1B09-485D-9C9E-0656CDDC46CB}">
      <dgm:prSet/>
      <dgm:spPr/>
      <dgm:t>
        <a:bodyPr/>
        <a:lstStyle/>
        <a:p>
          <a:endParaRPr lang="en-US"/>
        </a:p>
      </dgm:t>
    </dgm:pt>
    <dgm:pt modelId="{4EB6343B-4B32-4696-AC0F-AAD2E67602F4}" type="pres">
      <dgm:prSet presAssocID="{459BA854-ADDC-417D-920B-850D7ADC32AE}" presName="matrix" presStyleCnt="0">
        <dgm:presLayoutVars>
          <dgm:chMax val="1"/>
          <dgm:dir/>
          <dgm:resizeHandles val="exact"/>
        </dgm:presLayoutVars>
      </dgm:prSet>
      <dgm:spPr/>
    </dgm:pt>
    <dgm:pt modelId="{977A5394-71F0-4CB9-A8FF-C8200B81B7AF}" type="pres">
      <dgm:prSet presAssocID="{459BA854-ADDC-417D-920B-850D7ADC32AE}" presName="diamond" presStyleLbl="bgShp" presStyleIdx="0" presStyleCnt="1"/>
      <dgm:spPr/>
    </dgm:pt>
    <dgm:pt modelId="{B8C771D8-C8DD-4E8A-9F6D-EC05E419FF52}" type="pres">
      <dgm:prSet presAssocID="{459BA854-ADDC-417D-920B-850D7ADC32AE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CDEED4B-4617-449E-A5F6-DB0745E38940}" type="pres">
      <dgm:prSet presAssocID="{459BA854-ADDC-417D-920B-850D7ADC32AE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3D5F5F4-6C19-49EF-8C60-9344D0788EB1}" type="pres">
      <dgm:prSet presAssocID="{459BA854-ADDC-417D-920B-850D7ADC32AE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D474421-D56D-45BB-840B-18876BE1F2C7}" type="pres">
      <dgm:prSet presAssocID="{459BA854-ADDC-417D-920B-850D7ADC32AE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C4242431-A7F0-45B1-901A-97BDD6B213D4}" type="presOf" srcId="{02AD6DF6-768A-4065-8CB4-7905176BAD6D}" destId="{83D5F5F4-6C19-49EF-8C60-9344D0788EB1}" srcOrd="0" destOrd="0" presId="urn:microsoft.com/office/officeart/2005/8/layout/matrix3"/>
    <dgm:cxn modelId="{8E74283E-1B09-485D-9C9E-0656CDDC46CB}" srcId="{459BA854-ADDC-417D-920B-850D7ADC32AE}" destId="{33353957-25BF-4C43-8A83-8C86DB0AC557}" srcOrd="3" destOrd="0" parTransId="{949D7422-8ACD-45D7-9AC7-D1054885A77D}" sibTransId="{261048AB-781E-44F9-BBB2-8AB2588161FF}"/>
    <dgm:cxn modelId="{0708AA5E-A3BF-4BD3-9F94-1F91DA26AB16}" srcId="{459BA854-ADDC-417D-920B-850D7ADC32AE}" destId="{02AD6DF6-768A-4065-8CB4-7905176BAD6D}" srcOrd="2" destOrd="0" parTransId="{2F5FED47-4CF4-46AB-92E1-38B2167BB8AD}" sibTransId="{CDEF302E-2B79-4A6E-A323-5AF29785F62D}"/>
    <dgm:cxn modelId="{4D78C863-FFF1-4AFC-BA18-CEB3E2BC9019}" type="presOf" srcId="{D51762AC-DC5C-47F6-B96A-388BB7D367D7}" destId="{ECDEED4B-4617-449E-A5F6-DB0745E38940}" srcOrd="0" destOrd="0" presId="urn:microsoft.com/office/officeart/2005/8/layout/matrix3"/>
    <dgm:cxn modelId="{478CBD45-E17F-452B-A272-7C4B59AD5631}" type="presOf" srcId="{5FDAB782-E743-4301-87D1-234E131AF4F2}" destId="{B8C771D8-C8DD-4E8A-9F6D-EC05E419FF52}" srcOrd="0" destOrd="0" presId="urn:microsoft.com/office/officeart/2005/8/layout/matrix3"/>
    <dgm:cxn modelId="{23882468-37A1-4532-9887-7B64A67AD6A4}" srcId="{459BA854-ADDC-417D-920B-850D7ADC32AE}" destId="{D51762AC-DC5C-47F6-B96A-388BB7D367D7}" srcOrd="1" destOrd="0" parTransId="{B7617C67-6CDE-4DAB-B788-798882163EB8}" sibTransId="{A0590B72-6158-4CAD-832F-0ADF21DD0333}"/>
    <dgm:cxn modelId="{867B7B98-DDFA-4509-B555-A427DFD0A714}" type="presOf" srcId="{459BA854-ADDC-417D-920B-850D7ADC32AE}" destId="{4EB6343B-4B32-4696-AC0F-AAD2E67602F4}" srcOrd="0" destOrd="0" presId="urn:microsoft.com/office/officeart/2005/8/layout/matrix3"/>
    <dgm:cxn modelId="{314D1FCF-1EDD-4163-8BFC-FE30F738CC83}" type="presOf" srcId="{33353957-25BF-4C43-8A83-8C86DB0AC557}" destId="{BD474421-D56D-45BB-840B-18876BE1F2C7}" srcOrd="0" destOrd="0" presId="urn:microsoft.com/office/officeart/2005/8/layout/matrix3"/>
    <dgm:cxn modelId="{7AD8D8FE-1BCA-4DC0-9944-053C36DE3AEF}" srcId="{459BA854-ADDC-417D-920B-850D7ADC32AE}" destId="{5FDAB782-E743-4301-87D1-234E131AF4F2}" srcOrd="0" destOrd="0" parTransId="{0C04DADB-9D69-4147-A6EC-B8DE5096C127}" sibTransId="{2F7FF02F-29EF-4B1F-BA0A-167E2C098348}"/>
    <dgm:cxn modelId="{92D45B16-DE40-453D-B1DD-53DE5C52715B}" type="presParOf" srcId="{4EB6343B-4B32-4696-AC0F-AAD2E67602F4}" destId="{977A5394-71F0-4CB9-A8FF-C8200B81B7AF}" srcOrd="0" destOrd="0" presId="urn:microsoft.com/office/officeart/2005/8/layout/matrix3"/>
    <dgm:cxn modelId="{549DCC31-F4F3-4406-B33C-04CD9F16053D}" type="presParOf" srcId="{4EB6343B-4B32-4696-AC0F-AAD2E67602F4}" destId="{B8C771D8-C8DD-4E8A-9F6D-EC05E419FF52}" srcOrd="1" destOrd="0" presId="urn:microsoft.com/office/officeart/2005/8/layout/matrix3"/>
    <dgm:cxn modelId="{E959BC86-FA2F-4334-AAB9-346FC13C5F65}" type="presParOf" srcId="{4EB6343B-4B32-4696-AC0F-AAD2E67602F4}" destId="{ECDEED4B-4617-449E-A5F6-DB0745E38940}" srcOrd="2" destOrd="0" presId="urn:microsoft.com/office/officeart/2005/8/layout/matrix3"/>
    <dgm:cxn modelId="{BB980A47-3D93-4C4E-9582-88B37E51FD90}" type="presParOf" srcId="{4EB6343B-4B32-4696-AC0F-AAD2E67602F4}" destId="{83D5F5F4-6C19-49EF-8C60-9344D0788EB1}" srcOrd="3" destOrd="0" presId="urn:microsoft.com/office/officeart/2005/8/layout/matrix3"/>
    <dgm:cxn modelId="{3E46CB1B-ABFC-44DE-B9F7-430F94E45E39}" type="presParOf" srcId="{4EB6343B-4B32-4696-AC0F-AAD2E67602F4}" destId="{BD474421-D56D-45BB-840B-18876BE1F2C7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E18E2D8-9F19-4575-9DEF-AB707CBCE3A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E76C3E02-F0D9-4946-92CF-48C09B782720}">
      <dgm:prSet/>
      <dgm:spPr/>
      <dgm:t>
        <a:bodyPr/>
        <a:lstStyle/>
        <a:p>
          <a:r>
            <a:rPr lang="en-US" dirty="0"/>
            <a:t>Federated learning for privacy-preserving data sharing</a:t>
          </a:r>
        </a:p>
      </dgm:t>
    </dgm:pt>
    <dgm:pt modelId="{8EAB2D7F-0E31-4790-923E-5E8E1A7A76A8}" type="parTrans" cxnId="{D06D7765-E798-4A5D-BF3D-F9CAE5E643CA}">
      <dgm:prSet/>
      <dgm:spPr/>
      <dgm:t>
        <a:bodyPr/>
        <a:lstStyle/>
        <a:p>
          <a:endParaRPr lang="en-US"/>
        </a:p>
      </dgm:t>
    </dgm:pt>
    <dgm:pt modelId="{F2E485EF-411E-447E-87A8-B357E7BA00C0}" type="sibTrans" cxnId="{D06D7765-E798-4A5D-BF3D-F9CAE5E643CA}">
      <dgm:prSet/>
      <dgm:spPr/>
      <dgm:t>
        <a:bodyPr/>
        <a:lstStyle/>
        <a:p>
          <a:endParaRPr lang="en-US"/>
        </a:p>
      </dgm:t>
    </dgm:pt>
    <dgm:pt modelId="{6BB857D4-C603-403B-A9B4-164A8413F97B}">
      <dgm:prSet/>
      <dgm:spPr/>
      <dgm:t>
        <a:bodyPr/>
        <a:lstStyle/>
        <a:p>
          <a:r>
            <a:rPr lang="en-US" dirty="0"/>
            <a:t>Blockchain-based loan verification</a:t>
          </a:r>
        </a:p>
      </dgm:t>
    </dgm:pt>
    <dgm:pt modelId="{08760574-E407-421C-AE0A-0AA25B6DE43F}" type="parTrans" cxnId="{19FA75B0-B3AB-4DC6-8C13-7881228EB9BD}">
      <dgm:prSet/>
      <dgm:spPr/>
      <dgm:t>
        <a:bodyPr/>
        <a:lstStyle/>
        <a:p>
          <a:endParaRPr lang="en-US"/>
        </a:p>
      </dgm:t>
    </dgm:pt>
    <dgm:pt modelId="{A38B1FEE-5052-4EB5-AD3E-732B05C1AB34}" type="sibTrans" cxnId="{19FA75B0-B3AB-4DC6-8C13-7881228EB9BD}">
      <dgm:prSet/>
      <dgm:spPr/>
      <dgm:t>
        <a:bodyPr/>
        <a:lstStyle/>
        <a:p>
          <a:endParaRPr lang="en-US"/>
        </a:p>
      </dgm:t>
    </dgm:pt>
    <dgm:pt modelId="{E2C7E802-7835-49B3-B8C4-6053D3BB5199}">
      <dgm:prSet/>
      <dgm:spPr/>
      <dgm:t>
        <a:bodyPr/>
        <a:lstStyle/>
        <a:p>
          <a:r>
            <a:rPr lang="en-US" dirty="0"/>
            <a:t>Real-time predictive analytics</a:t>
          </a:r>
        </a:p>
      </dgm:t>
    </dgm:pt>
    <dgm:pt modelId="{C07724BE-56AB-4453-9774-BDE75FC35DA6}" type="parTrans" cxnId="{AF8CA3E5-19DC-4722-AC77-6F815778137B}">
      <dgm:prSet/>
      <dgm:spPr/>
      <dgm:t>
        <a:bodyPr/>
        <a:lstStyle/>
        <a:p>
          <a:endParaRPr lang="en-US"/>
        </a:p>
      </dgm:t>
    </dgm:pt>
    <dgm:pt modelId="{A6C88C5F-8C4E-4BA5-BFAD-D6FB18B46F07}" type="sibTrans" cxnId="{AF8CA3E5-19DC-4722-AC77-6F815778137B}">
      <dgm:prSet/>
      <dgm:spPr/>
      <dgm:t>
        <a:bodyPr/>
        <a:lstStyle/>
        <a:p>
          <a:endParaRPr lang="en-US"/>
        </a:p>
      </dgm:t>
    </dgm:pt>
    <dgm:pt modelId="{9140E0FE-D3D4-4344-878B-0EC7BB39B477}">
      <dgm:prSet/>
      <dgm:spPr/>
      <dgm:t>
        <a:bodyPr/>
        <a:lstStyle/>
        <a:p>
          <a:r>
            <a:rPr lang="en-US" dirty="0"/>
            <a:t>Fairness-aware ML systems</a:t>
          </a:r>
        </a:p>
      </dgm:t>
    </dgm:pt>
    <dgm:pt modelId="{15580D7A-E2B9-45BC-A779-D9A97441DF85}" type="parTrans" cxnId="{8EDD302D-EB96-4EB4-A812-817A28AF04BE}">
      <dgm:prSet/>
      <dgm:spPr/>
      <dgm:t>
        <a:bodyPr/>
        <a:lstStyle/>
        <a:p>
          <a:endParaRPr lang="en-US"/>
        </a:p>
      </dgm:t>
    </dgm:pt>
    <dgm:pt modelId="{8A1F7DDD-5DBB-4EE5-9FA3-1244439A3DBD}" type="sibTrans" cxnId="{8EDD302D-EB96-4EB4-A812-817A28AF04BE}">
      <dgm:prSet/>
      <dgm:spPr/>
      <dgm:t>
        <a:bodyPr/>
        <a:lstStyle/>
        <a:p>
          <a:endParaRPr lang="en-US"/>
        </a:p>
      </dgm:t>
    </dgm:pt>
    <dgm:pt modelId="{86E73E6C-B517-4485-8D80-B72C9F588144}" type="pres">
      <dgm:prSet presAssocID="{FE18E2D8-9F19-4575-9DEF-AB707CBCE3AA}" presName="root" presStyleCnt="0">
        <dgm:presLayoutVars>
          <dgm:dir/>
          <dgm:resizeHandles val="exact"/>
        </dgm:presLayoutVars>
      </dgm:prSet>
      <dgm:spPr/>
    </dgm:pt>
    <dgm:pt modelId="{7E109B78-3C00-447C-B143-3F7DDB379913}" type="pres">
      <dgm:prSet presAssocID="{E76C3E02-F0D9-4946-92CF-48C09B782720}" presName="compNode" presStyleCnt="0"/>
      <dgm:spPr/>
    </dgm:pt>
    <dgm:pt modelId="{1C01D4E3-4E89-4021-8FCD-29124F63711C}" type="pres">
      <dgm:prSet presAssocID="{E76C3E02-F0D9-4946-92CF-48C09B782720}" presName="bgRect" presStyleLbl="bgShp" presStyleIdx="0" presStyleCnt="4"/>
      <dgm:spPr/>
    </dgm:pt>
    <dgm:pt modelId="{3267FF31-3B17-4652-8CD5-35D1052AE973}" type="pres">
      <dgm:prSet presAssocID="{E76C3E02-F0D9-4946-92CF-48C09B782720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ED04EC4-5FFC-49E8-8282-107060DEF829}" type="pres">
      <dgm:prSet presAssocID="{E76C3E02-F0D9-4946-92CF-48C09B782720}" presName="spaceRect" presStyleCnt="0"/>
      <dgm:spPr/>
    </dgm:pt>
    <dgm:pt modelId="{63E65330-9F6E-4A5C-AB46-9108B5417112}" type="pres">
      <dgm:prSet presAssocID="{E76C3E02-F0D9-4946-92CF-48C09B782720}" presName="parTx" presStyleLbl="revTx" presStyleIdx="0" presStyleCnt="4">
        <dgm:presLayoutVars>
          <dgm:chMax val="0"/>
          <dgm:chPref val="0"/>
        </dgm:presLayoutVars>
      </dgm:prSet>
      <dgm:spPr/>
    </dgm:pt>
    <dgm:pt modelId="{41692023-83A2-4F15-837A-A3B299BD088D}" type="pres">
      <dgm:prSet presAssocID="{F2E485EF-411E-447E-87A8-B357E7BA00C0}" presName="sibTrans" presStyleCnt="0"/>
      <dgm:spPr/>
    </dgm:pt>
    <dgm:pt modelId="{86D1566C-7EBE-4B24-9825-FD4BC008E5C3}" type="pres">
      <dgm:prSet presAssocID="{6BB857D4-C603-403B-A9B4-164A8413F97B}" presName="compNode" presStyleCnt="0"/>
      <dgm:spPr/>
    </dgm:pt>
    <dgm:pt modelId="{2431EFBD-5C67-438C-B1BB-6319DE6317E6}" type="pres">
      <dgm:prSet presAssocID="{6BB857D4-C603-403B-A9B4-164A8413F97B}" presName="bgRect" presStyleLbl="bgShp" presStyleIdx="1" presStyleCnt="4"/>
      <dgm:spPr/>
    </dgm:pt>
    <dgm:pt modelId="{EACC5C7E-CE4A-4411-BAB1-AE7849C33A3A}" type="pres">
      <dgm:prSet presAssocID="{6BB857D4-C603-403B-A9B4-164A8413F97B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nlock"/>
        </a:ext>
      </dgm:extLst>
    </dgm:pt>
    <dgm:pt modelId="{3816062F-F318-497E-A777-7AAD310EC8E4}" type="pres">
      <dgm:prSet presAssocID="{6BB857D4-C603-403B-A9B4-164A8413F97B}" presName="spaceRect" presStyleCnt="0"/>
      <dgm:spPr/>
    </dgm:pt>
    <dgm:pt modelId="{AB5FEF15-3017-43D1-B327-C0A8D4777492}" type="pres">
      <dgm:prSet presAssocID="{6BB857D4-C603-403B-A9B4-164A8413F97B}" presName="parTx" presStyleLbl="revTx" presStyleIdx="1" presStyleCnt="4">
        <dgm:presLayoutVars>
          <dgm:chMax val="0"/>
          <dgm:chPref val="0"/>
        </dgm:presLayoutVars>
      </dgm:prSet>
      <dgm:spPr/>
    </dgm:pt>
    <dgm:pt modelId="{F2581C20-BF19-404C-A24B-0D362424B0A7}" type="pres">
      <dgm:prSet presAssocID="{A38B1FEE-5052-4EB5-AD3E-732B05C1AB34}" presName="sibTrans" presStyleCnt="0"/>
      <dgm:spPr/>
    </dgm:pt>
    <dgm:pt modelId="{6A102C82-668F-4B72-BF09-CB128F243279}" type="pres">
      <dgm:prSet presAssocID="{E2C7E802-7835-49B3-B8C4-6053D3BB5199}" presName="compNode" presStyleCnt="0"/>
      <dgm:spPr/>
    </dgm:pt>
    <dgm:pt modelId="{70D1458F-07C8-4315-A053-B5CFD303E161}" type="pres">
      <dgm:prSet presAssocID="{E2C7E802-7835-49B3-B8C4-6053D3BB5199}" presName="bgRect" presStyleLbl="bgShp" presStyleIdx="2" presStyleCnt="4"/>
      <dgm:spPr/>
    </dgm:pt>
    <dgm:pt modelId="{0D09BD12-D68D-4E34-A2DE-DF80F969908E}" type="pres">
      <dgm:prSet presAssocID="{E2C7E802-7835-49B3-B8C4-6053D3BB5199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98E2C52A-5CE1-4B3D-B07E-F32D604C88FA}" type="pres">
      <dgm:prSet presAssocID="{E2C7E802-7835-49B3-B8C4-6053D3BB5199}" presName="spaceRect" presStyleCnt="0"/>
      <dgm:spPr/>
    </dgm:pt>
    <dgm:pt modelId="{1260CF32-BBAB-49D4-8B99-4CDD00A957B6}" type="pres">
      <dgm:prSet presAssocID="{E2C7E802-7835-49B3-B8C4-6053D3BB5199}" presName="parTx" presStyleLbl="revTx" presStyleIdx="2" presStyleCnt="4">
        <dgm:presLayoutVars>
          <dgm:chMax val="0"/>
          <dgm:chPref val="0"/>
        </dgm:presLayoutVars>
      </dgm:prSet>
      <dgm:spPr/>
    </dgm:pt>
    <dgm:pt modelId="{A581CA4F-1824-404F-A520-D7DCC97E7FCB}" type="pres">
      <dgm:prSet presAssocID="{A6C88C5F-8C4E-4BA5-BFAD-D6FB18B46F07}" presName="sibTrans" presStyleCnt="0"/>
      <dgm:spPr/>
    </dgm:pt>
    <dgm:pt modelId="{FE063D24-543C-455E-98A0-8E96E6EA2A57}" type="pres">
      <dgm:prSet presAssocID="{9140E0FE-D3D4-4344-878B-0EC7BB39B477}" presName="compNode" presStyleCnt="0"/>
      <dgm:spPr/>
    </dgm:pt>
    <dgm:pt modelId="{EC1ECC45-7B8F-4BEE-9614-31B743B2D107}" type="pres">
      <dgm:prSet presAssocID="{9140E0FE-D3D4-4344-878B-0EC7BB39B477}" presName="bgRect" presStyleLbl="bgShp" presStyleIdx="3" presStyleCnt="4"/>
      <dgm:spPr/>
    </dgm:pt>
    <dgm:pt modelId="{4D4090B1-9819-4CB0-9CD5-0E28E8C21282}" type="pres">
      <dgm:prSet presAssocID="{9140E0FE-D3D4-4344-878B-0EC7BB39B4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8DE2F05F-7430-4383-8D4F-834B3F064EAE}" type="pres">
      <dgm:prSet presAssocID="{9140E0FE-D3D4-4344-878B-0EC7BB39B477}" presName="spaceRect" presStyleCnt="0"/>
      <dgm:spPr/>
    </dgm:pt>
    <dgm:pt modelId="{E9013A2D-8877-4128-9E4D-83947ADD0371}" type="pres">
      <dgm:prSet presAssocID="{9140E0FE-D3D4-4344-878B-0EC7BB39B4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8EDD302D-EB96-4EB4-A812-817A28AF04BE}" srcId="{FE18E2D8-9F19-4575-9DEF-AB707CBCE3AA}" destId="{9140E0FE-D3D4-4344-878B-0EC7BB39B477}" srcOrd="3" destOrd="0" parTransId="{15580D7A-E2B9-45BC-A779-D9A97441DF85}" sibTransId="{8A1F7DDD-5DBB-4EE5-9FA3-1244439A3DBD}"/>
    <dgm:cxn modelId="{FF9D3936-CA8B-47B3-A979-D2CF3FDA876A}" type="presOf" srcId="{E76C3E02-F0D9-4946-92CF-48C09B782720}" destId="{63E65330-9F6E-4A5C-AB46-9108B5417112}" srcOrd="0" destOrd="0" presId="urn:microsoft.com/office/officeart/2018/2/layout/IconVerticalSolidList"/>
    <dgm:cxn modelId="{D06D7765-E798-4A5D-BF3D-F9CAE5E643CA}" srcId="{FE18E2D8-9F19-4575-9DEF-AB707CBCE3AA}" destId="{E76C3E02-F0D9-4946-92CF-48C09B782720}" srcOrd="0" destOrd="0" parTransId="{8EAB2D7F-0E31-4790-923E-5E8E1A7A76A8}" sibTransId="{F2E485EF-411E-447E-87A8-B357E7BA00C0}"/>
    <dgm:cxn modelId="{1F589084-7F2B-47F0-A8C4-72C7BB011E0E}" type="presOf" srcId="{FE18E2D8-9F19-4575-9DEF-AB707CBCE3AA}" destId="{86E73E6C-B517-4485-8D80-B72C9F588144}" srcOrd="0" destOrd="0" presId="urn:microsoft.com/office/officeart/2018/2/layout/IconVerticalSolidList"/>
    <dgm:cxn modelId="{2304039B-0D24-4F4E-8298-710DF498E8E4}" type="presOf" srcId="{E2C7E802-7835-49B3-B8C4-6053D3BB5199}" destId="{1260CF32-BBAB-49D4-8B99-4CDD00A957B6}" srcOrd="0" destOrd="0" presId="urn:microsoft.com/office/officeart/2018/2/layout/IconVerticalSolidList"/>
    <dgm:cxn modelId="{19FA75B0-B3AB-4DC6-8C13-7881228EB9BD}" srcId="{FE18E2D8-9F19-4575-9DEF-AB707CBCE3AA}" destId="{6BB857D4-C603-403B-A9B4-164A8413F97B}" srcOrd="1" destOrd="0" parTransId="{08760574-E407-421C-AE0A-0AA25B6DE43F}" sibTransId="{A38B1FEE-5052-4EB5-AD3E-732B05C1AB34}"/>
    <dgm:cxn modelId="{3BCF96C1-F923-4ED2-B76D-E7AA6A6EA9B5}" type="presOf" srcId="{6BB857D4-C603-403B-A9B4-164A8413F97B}" destId="{AB5FEF15-3017-43D1-B327-C0A8D4777492}" srcOrd="0" destOrd="0" presId="urn:microsoft.com/office/officeart/2018/2/layout/IconVerticalSolidList"/>
    <dgm:cxn modelId="{572A9DC8-BE52-46B8-A991-0C68D8559582}" type="presOf" srcId="{9140E0FE-D3D4-4344-878B-0EC7BB39B477}" destId="{E9013A2D-8877-4128-9E4D-83947ADD0371}" srcOrd="0" destOrd="0" presId="urn:microsoft.com/office/officeart/2018/2/layout/IconVerticalSolidList"/>
    <dgm:cxn modelId="{AF8CA3E5-19DC-4722-AC77-6F815778137B}" srcId="{FE18E2D8-9F19-4575-9DEF-AB707CBCE3AA}" destId="{E2C7E802-7835-49B3-B8C4-6053D3BB5199}" srcOrd="2" destOrd="0" parTransId="{C07724BE-56AB-4453-9774-BDE75FC35DA6}" sibTransId="{A6C88C5F-8C4E-4BA5-BFAD-D6FB18B46F07}"/>
    <dgm:cxn modelId="{F9C5F8E4-E393-430D-B0DF-95DFCC7BD143}" type="presParOf" srcId="{86E73E6C-B517-4485-8D80-B72C9F588144}" destId="{7E109B78-3C00-447C-B143-3F7DDB379913}" srcOrd="0" destOrd="0" presId="urn:microsoft.com/office/officeart/2018/2/layout/IconVerticalSolidList"/>
    <dgm:cxn modelId="{5DB20EEA-C6CF-49F8-A962-3B774B706EA5}" type="presParOf" srcId="{7E109B78-3C00-447C-B143-3F7DDB379913}" destId="{1C01D4E3-4E89-4021-8FCD-29124F63711C}" srcOrd="0" destOrd="0" presId="urn:microsoft.com/office/officeart/2018/2/layout/IconVerticalSolidList"/>
    <dgm:cxn modelId="{114A2A09-B858-41A1-8C0F-96BDB628EC41}" type="presParOf" srcId="{7E109B78-3C00-447C-B143-3F7DDB379913}" destId="{3267FF31-3B17-4652-8CD5-35D1052AE973}" srcOrd="1" destOrd="0" presId="urn:microsoft.com/office/officeart/2018/2/layout/IconVerticalSolidList"/>
    <dgm:cxn modelId="{82C85E87-FC05-4FDE-9B0A-7C9E4771E27F}" type="presParOf" srcId="{7E109B78-3C00-447C-B143-3F7DDB379913}" destId="{DED04EC4-5FFC-49E8-8282-107060DEF829}" srcOrd="2" destOrd="0" presId="urn:microsoft.com/office/officeart/2018/2/layout/IconVerticalSolidList"/>
    <dgm:cxn modelId="{BD2389EF-1D7E-423E-B51C-47DE61982328}" type="presParOf" srcId="{7E109B78-3C00-447C-B143-3F7DDB379913}" destId="{63E65330-9F6E-4A5C-AB46-9108B5417112}" srcOrd="3" destOrd="0" presId="urn:microsoft.com/office/officeart/2018/2/layout/IconVerticalSolidList"/>
    <dgm:cxn modelId="{3A455C02-124D-4082-BBDC-36D4B7E0EB83}" type="presParOf" srcId="{86E73E6C-B517-4485-8D80-B72C9F588144}" destId="{41692023-83A2-4F15-837A-A3B299BD088D}" srcOrd="1" destOrd="0" presId="urn:microsoft.com/office/officeart/2018/2/layout/IconVerticalSolidList"/>
    <dgm:cxn modelId="{8D1847EF-157E-4143-A40B-A19DC8CD4AEB}" type="presParOf" srcId="{86E73E6C-B517-4485-8D80-B72C9F588144}" destId="{86D1566C-7EBE-4B24-9825-FD4BC008E5C3}" srcOrd="2" destOrd="0" presId="urn:microsoft.com/office/officeart/2018/2/layout/IconVerticalSolidList"/>
    <dgm:cxn modelId="{555EA5DA-19C4-4367-8767-C2967D83398B}" type="presParOf" srcId="{86D1566C-7EBE-4B24-9825-FD4BC008E5C3}" destId="{2431EFBD-5C67-438C-B1BB-6319DE6317E6}" srcOrd="0" destOrd="0" presId="urn:microsoft.com/office/officeart/2018/2/layout/IconVerticalSolidList"/>
    <dgm:cxn modelId="{B99C42BE-D1B6-4B12-AAED-AC7D2C7F1664}" type="presParOf" srcId="{86D1566C-7EBE-4B24-9825-FD4BC008E5C3}" destId="{EACC5C7E-CE4A-4411-BAB1-AE7849C33A3A}" srcOrd="1" destOrd="0" presId="urn:microsoft.com/office/officeart/2018/2/layout/IconVerticalSolidList"/>
    <dgm:cxn modelId="{7D735E4A-1A3E-44B6-B750-CB5420EF3B9B}" type="presParOf" srcId="{86D1566C-7EBE-4B24-9825-FD4BC008E5C3}" destId="{3816062F-F318-497E-A777-7AAD310EC8E4}" srcOrd="2" destOrd="0" presId="urn:microsoft.com/office/officeart/2018/2/layout/IconVerticalSolidList"/>
    <dgm:cxn modelId="{417B73B3-B0BD-4F84-BF5E-54BE54F80DF0}" type="presParOf" srcId="{86D1566C-7EBE-4B24-9825-FD4BC008E5C3}" destId="{AB5FEF15-3017-43D1-B327-C0A8D4777492}" srcOrd="3" destOrd="0" presId="urn:microsoft.com/office/officeart/2018/2/layout/IconVerticalSolidList"/>
    <dgm:cxn modelId="{0E2D40EC-1204-401E-A643-978735BE80F3}" type="presParOf" srcId="{86E73E6C-B517-4485-8D80-B72C9F588144}" destId="{F2581C20-BF19-404C-A24B-0D362424B0A7}" srcOrd="3" destOrd="0" presId="urn:microsoft.com/office/officeart/2018/2/layout/IconVerticalSolidList"/>
    <dgm:cxn modelId="{7261581E-295B-43F5-9E67-0BE5815F6BAF}" type="presParOf" srcId="{86E73E6C-B517-4485-8D80-B72C9F588144}" destId="{6A102C82-668F-4B72-BF09-CB128F243279}" srcOrd="4" destOrd="0" presId="urn:microsoft.com/office/officeart/2018/2/layout/IconVerticalSolidList"/>
    <dgm:cxn modelId="{6CA593D6-CFEB-4637-9871-82BBECDE1426}" type="presParOf" srcId="{6A102C82-668F-4B72-BF09-CB128F243279}" destId="{70D1458F-07C8-4315-A053-B5CFD303E161}" srcOrd="0" destOrd="0" presId="urn:microsoft.com/office/officeart/2018/2/layout/IconVerticalSolidList"/>
    <dgm:cxn modelId="{92953437-3AB3-4D4E-A452-9F679ECC4828}" type="presParOf" srcId="{6A102C82-668F-4B72-BF09-CB128F243279}" destId="{0D09BD12-D68D-4E34-A2DE-DF80F969908E}" srcOrd="1" destOrd="0" presId="urn:microsoft.com/office/officeart/2018/2/layout/IconVerticalSolidList"/>
    <dgm:cxn modelId="{3908AE39-A9F7-4398-8BE3-39087E890E7B}" type="presParOf" srcId="{6A102C82-668F-4B72-BF09-CB128F243279}" destId="{98E2C52A-5CE1-4B3D-B07E-F32D604C88FA}" srcOrd="2" destOrd="0" presId="urn:microsoft.com/office/officeart/2018/2/layout/IconVerticalSolidList"/>
    <dgm:cxn modelId="{F35F708A-6D07-4D54-A6A8-8CCC0C119243}" type="presParOf" srcId="{6A102C82-668F-4B72-BF09-CB128F243279}" destId="{1260CF32-BBAB-49D4-8B99-4CDD00A957B6}" srcOrd="3" destOrd="0" presId="urn:microsoft.com/office/officeart/2018/2/layout/IconVerticalSolidList"/>
    <dgm:cxn modelId="{A2AA1C6D-3846-4F70-BFC7-DCE6E586AA38}" type="presParOf" srcId="{86E73E6C-B517-4485-8D80-B72C9F588144}" destId="{A581CA4F-1824-404F-A520-D7DCC97E7FCB}" srcOrd="5" destOrd="0" presId="urn:microsoft.com/office/officeart/2018/2/layout/IconVerticalSolidList"/>
    <dgm:cxn modelId="{73F3EC5E-55D8-4C6F-82B3-80419E95E200}" type="presParOf" srcId="{86E73E6C-B517-4485-8D80-B72C9F588144}" destId="{FE063D24-543C-455E-98A0-8E96E6EA2A57}" srcOrd="6" destOrd="0" presId="urn:microsoft.com/office/officeart/2018/2/layout/IconVerticalSolidList"/>
    <dgm:cxn modelId="{5BA73A56-4825-42FE-8042-F65B729354A1}" type="presParOf" srcId="{FE063D24-543C-455E-98A0-8E96E6EA2A57}" destId="{EC1ECC45-7B8F-4BEE-9614-31B743B2D107}" srcOrd="0" destOrd="0" presId="urn:microsoft.com/office/officeart/2018/2/layout/IconVerticalSolidList"/>
    <dgm:cxn modelId="{A7B9A732-521F-4D51-B24B-FFD3D43B79AA}" type="presParOf" srcId="{FE063D24-543C-455E-98A0-8E96E6EA2A57}" destId="{4D4090B1-9819-4CB0-9CD5-0E28E8C21282}" srcOrd="1" destOrd="0" presId="urn:microsoft.com/office/officeart/2018/2/layout/IconVerticalSolidList"/>
    <dgm:cxn modelId="{FED76924-71CA-44A3-AD9B-9C4BBB3FF2DF}" type="presParOf" srcId="{FE063D24-543C-455E-98A0-8E96E6EA2A57}" destId="{8DE2F05F-7430-4383-8D4F-834B3F064EAE}" srcOrd="2" destOrd="0" presId="urn:microsoft.com/office/officeart/2018/2/layout/IconVerticalSolidList"/>
    <dgm:cxn modelId="{C1E169FF-0E32-4683-94A1-CF942C0669A5}" type="presParOf" srcId="{FE063D24-543C-455E-98A0-8E96E6EA2A57}" destId="{E9013A2D-8877-4128-9E4D-83947ADD037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296CD-3DE7-436C-A575-3AC819EDDD5B}">
      <dsp:nvSpPr>
        <dsp:cNvPr id="0" name=""/>
        <dsp:cNvSpPr/>
      </dsp:nvSpPr>
      <dsp:spPr>
        <a:xfrm>
          <a:off x="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8D3D7E-856F-4D2C-86D4-99AF9BBCE9BD}">
      <dsp:nvSpPr>
        <dsp:cNvPr id="0" name=""/>
        <dsp:cNvSpPr/>
      </dsp:nvSpPr>
      <dsp:spPr>
        <a:xfrm>
          <a:off x="256120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Bank face delays in Manual decision- making</a:t>
          </a:r>
        </a:p>
      </dsp:txBody>
      <dsp:txXfrm>
        <a:off x="298991" y="1277365"/>
        <a:ext cx="2219346" cy="1377989"/>
      </dsp:txXfrm>
    </dsp:sp>
    <dsp:sp modelId="{B057B873-1BAA-4F32-B536-18BB36A950B0}">
      <dsp:nvSpPr>
        <dsp:cNvPr id="0" name=""/>
        <dsp:cNvSpPr/>
      </dsp:nvSpPr>
      <dsp:spPr>
        <a:xfrm>
          <a:off x="2817330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6D911-C387-4F68-96DC-5CA5EB4E91EA}">
      <dsp:nvSpPr>
        <dsp:cNvPr id="0" name=""/>
        <dsp:cNvSpPr/>
      </dsp:nvSpPr>
      <dsp:spPr>
        <a:xfrm>
          <a:off x="3073451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High processing time and high dependency.</a:t>
          </a:r>
        </a:p>
      </dsp:txBody>
      <dsp:txXfrm>
        <a:off x="3116322" y="1277365"/>
        <a:ext cx="2219346" cy="1377989"/>
      </dsp:txXfrm>
    </dsp:sp>
    <dsp:sp modelId="{58BF646E-9082-417E-BD14-CADD030A25E9}">
      <dsp:nvSpPr>
        <dsp:cNvPr id="0" name=""/>
        <dsp:cNvSpPr/>
      </dsp:nvSpPr>
      <dsp:spPr>
        <a:xfrm>
          <a:off x="5634661" y="991179"/>
          <a:ext cx="2305088" cy="14637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F77218-4EAF-4E59-8761-28293A9818AA}">
      <dsp:nvSpPr>
        <dsp:cNvPr id="0" name=""/>
        <dsp:cNvSpPr/>
      </dsp:nvSpPr>
      <dsp:spPr>
        <a:xfrm>
          <a:off x="5890782" y="1234494"/>
          <a:ext cx="2305088" cy="1463731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Need for automated intelligent system</a:t>
          </a:r>
        </a:p>
      </dsp:txBody>
      <dsp:txXfrm>
        <a:off x="5933653" y="1277365"/>
        <a:ext cx="2219346" cy="137798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DC25FE2-DA33-4846-AC81-A9CD8738E07E}">
      <dsp:nvSpPr>
        <dsp:cNvPr id="0" name=""/>
        <dsp:cNvSpPr/>
      </dsp:nvSpPr>
      <dsp:spPr>
        <a:xfrm>
          <a:off x="4684302" y="11318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Logistic Regression</a:t>
          </a:r>
        </a:p>
      </dsp:txBody>
      <dsp:txXfrm>
        <a:off x="4684302" y="11318"/>
        <a:ext cx="926231" cy="926231"/>
      </dsp:txXfrm>
    </dsp:sp>
    <dsp:sp modelId="{3A1C4EEC-C068-4D9E-93E9-32104BC7FDA7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20571900"/>
            <a:gd name="adj4" fmla="val 18984357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349AC4-B2B8-4575-B6B1-13C111592BDC}">
      <dsp:nvSpPr>
        <dsp:cNvPr id="0" name=""/>
        <dsp:cNvSpPr/>
      </dsp:nvSpPr>
      <dsp:spPr>
        <a:xfrm>
          <a:off x="5716920" y="1799865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Decision Tree</a:t>
          </a:r>
        </a:p>
      </dsp:txBody>
      <dsp:txXfrm>
        <a:off x="5716920" y="1799865"/>
        <a:ext cx="926231" cy="926231"/>
      </dsp:txXfrm>
    </dsp:sp>
    <dsp:sp modelId="{59E6D687-B8C6-4D76-B850-03B478542D98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2365047"/>
            <a:gd name="adj4" fmla="val 777504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D52F66-CA58-4EA7-A8A7-A13CD965DDFE}">
      <dsp:nvSpPr>
        <dsp:cNvPr id="0" name=""/>
        <dsp:cNvSpPr/>
      </dsp:nvSpPr>
      <dsp:spPr>
        <a:xfrm>
          <a:off x="4684302" y="3588412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Random Forest</a:t>
          </a:r>
        </a:p>
      </dsp:txBody>
      <dsp:txXfrm>
        <a:off x="4684302" y="3588412"/>
        <a:ext cx="926231" cy="926231"/>
      </dsp:txXfrm>
    </dsp:sp>
    <dsp:sp modelId="{52624206-5DC3-4AF5-8C41-0CD4EF4D1A2A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6109830"/>
            <a:gd name="adj4" fmla="val 4439574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A19016-440D-4C86-9766-5FA363D5035A}">
      <dsp:nvSpPr>
        <dsp:cNvPr id="0" name=""/>
        <dsp:cNvSpPr/>
      </dsp:nvSpPr>
      <dsp:spPr>
        <a:xfrm>
          <a:off x="2619065" y="3588412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 err="1"/>
            <a:t>XGBoost</a:t>
          </a:r>
          <a:endParaRPr lang="en-US" sz="1900" kern="1200" dirty="0"/>
        </a:p>
      </dsp:txBody>
      <dsp:txXfrm>
        <a:off x="2619065" y="3588412"/>
        <a:ext cx="926231" cy="926231"/>
      </dsp:txXfrm>
    </dsp:sp>
    <dsp:sp modelId="{72211676-1089-4C10-9C99-FBEE531618D7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9771900"/>
            <a:gd name="adj4" fmla="val 8184357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2FE06D-12AA-4573-A212-682CF12232C7}">
      <dsp:nvSpPr>
        <dsp:cNvPr id="0" name=""/>
        <dsp:cNvSpPr/>
      </dsp:nvSpPr>
      <dsp:spPr>
        <a:xfrm>
          <a:off x="1586447" y="1799865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SVM</a:t>
          </a:r>
        </a:p>
      </dsp:txBody>
      <dsp:txXfrm>
        <a:off x="1586447" y="1799865"/>
        <a:ext cx="926231" cy="926231"/>
      </dsp:txXfrm>
    </dsp:sp>
    <dsp:sp modelId="{F60132E1-097B-4240-B47E-A5E4EB23F6F8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13165047"/>
            <a:gd name="adj4" fmla="val 11577504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5B940A-573D-432E-A61A-599280EFB8DD}">
      <dsp:nvSpPr>
        <dsp:cNvPr id="0" name=""/>
        <dsp:cNvSpPr/>
      </dsp:nvSpPr>
      <dsp:spPr>
        <a:xfrm>
          <a:off x="2619065" y="11318"/>
          <a:ext cx="926231" cy="92623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30" tIns="24130" rIns="24130" bIns="2413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Neural Networks</a:t>
          </a:r>
        </a:p>
      </dsp:txBody>
      <dsp:txXfrm>
        <a:off x="2619065" y="11318"/>
        <a:ext cx="926231" cy="926231"/>
      </dsp:txXfrm>
    </dsp:sp>
    <dsp:sp modelId="{974CF9D4-15AF-4052-BF3A-C4DEA5A89396}">
      <dsp:nvSpPr>
        <dsp:cNvPr id="0" name=""/>
        <dsp:cNvSpPr/>
      </dsp:nvSpPr>
      <dsp:spPr>
        <a:xfrm>
          <a:off x="1853897" y="2078"/>
          <a:ext cx="4521805" cy="4521805"/>
        </a:xfrm>
        <a:prstGeom prst="circularArrow">
          <a:avLst>
            <a:gd name="adj1" fmla="val 3994"/>
            <a:gd name="adj2" fmla="val 250596"/>
            <a:gd name="adj3" fmla="val 16909830"/>
            <a:gd name="adj4" fmla="val 15239574"/>
            <a:gd name="adj5" fmla="val 466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68A1E2-A44D-42EC-8D48-79DE0F732DCB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CF6911-CB22-4D2B-8E0E-0F9FCCA97AFD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7B18EE-D0C2-4299-AB55-9E0D084A9582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Kaggle Loan Prediction Dataset</a:t>
          </a:r>
        </a:p>
      </dsp:txBody>
      <dsp:txXfrm>
        <a:off x="1330115" y="659889"/>
        <a:ext cx="2546008" cy="1080124"/>
      </dsp:txXfrm>
    </dsp:sp>
    <dsp:sp modelId="{CA72A5DC-D248-4D80-AF9D-287216D309DC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2C2BD3-B435-4A5C-BA43-A85A44E6E3FF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EDB0804-6D5E-473D-86EB-7AA5E97D3B64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UCI Bank Marketing Dataset</a:t>
          </a:r>
        </a:p>
      </dsp:txBody>
      <dsp:txXfrm>
        <a:off x="5631327" y="659889"/>
        <a:ext cx="2546008" cy="1080124"/>
      </dsp:txXfrm>
    </dsp:sp>
    <dsp:sp modelId="{1A3462F4-98ED-4F59-B0A6-68380693B095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29216A9-FD85-430D-A0BE-7D965F1C5F9F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D14DA4-16DD-4ACC-9422-A0C057F5DD70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Features: income, credit history, loan amount, dependents</a:t>
          </a:r>
        </a:p>
      </dsp:txBody>
      <dsp:txXfrm>
        <a:off x="1330115" y="2452790"/>
        <a:ext cx="2546008" cy="1080124"/>
      </dsp:txXfrm>
    </dsp:sp>
    <dsp:sp modelId="{9F977758-0FEF-4747-A77A-150B5CF59A32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B081FEA-7797-4DF8-9ECB-FC3B1869B836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60F3A70-0A27-4B12-A64E-A97458E33F14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Employment type, dependents, debt ratio</a:t>
          </a:r>
          <a:endParaRPr lang="en-US" sz="1900" kern="1200" dirty="0"/>
        </a:p>
      </dsp:txBody>
      <dsp:txXfrm>
        <a:off x="5631327" y="2452790"/>
        <a:ext cx="2546008" cy="10801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77A5394-71F0-4CB9-A8FF-C8200B81B7AF}">
      <dsp:nvSpPr>
        <dsp:cNvPr id="0" name=""/>
        <dsp:cNvSpPr/>
      </dsp:nvSpPr>
      <dsp:spPr>
        <a:xfrm>
          <a:off x="1851818" y="0"/>
          <a:ext cx="4525963" cy="4525963"/>
        </a:xfrm>
        <a:prstGeom prst="diamond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8C771D8-C8DD-4E8A-9F6D-EC05E419FF52}">
      <dsp:nvSpPr>
        <dsp:cNvPr id="0" name=""/>
        <dsp:cNvSpPr/>
      </dsp:nvSpPr>
      <dsp:spPr>
        <a:xfrm>
          <a:off x="2281784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Deployment difficulties in real banking systems</a:t>
          </a:r>
        </a:p>
      </dsp:txBody>
      <dsp:txXfrm>
        <a:off x="2367950" y="516132"/>
        <a:ext cx="1592793" cy="1592793"/>
      </dsp:txXfrm>
    </dsp:sp>
    <dsp:sp modelId="{ECDEED4B-4617-449E-A5F6-DB0745E38940}">
      <dsp:nvSpPr>
        <dsp:cNvPr id="0" name=""/>
        <dsp:cNvSpPr/>
      </dsp:nvSpPr>
      <dsp:spPr>
        <a:xfrm>
          <a:off x="4182689" y="429966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Data bias affects fairness of decisions</a:t>
          </a:r>
        </a:p>
      </dsp:txBody>
      <dsp:txXfrm>
        <a:off x="4268855" y="516132"/>
        <a:ext cx="1592793" cy="1592793"/>
      </dsp:txXfrm>
    </dsp:sp>
    <dsp:sp modelId="{83D5F5F4-6C19-49EF-8C60-9344D0788EB1}">
      <dsp:nvSpPr>
        <dsp:cNvPr id="0" name=""/>
        <dsp:cNvSpPr/>
      </dsp:nvSpPr>
      <dsp:spPr>
        <a:xfrm>
          <a:off x="2281784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Lack of high-quality financial datasets</a:t>
          </a:r>
        </a:p>
      </dsp:txBody>
      <dsp:txXfrm>
        <a:off x="2367950" y="2417036"/>
        <a:ext cx="1592793" cy="1592793"/>
      </dsp:txXfrm>
    </dsp:sp>
    <dsp:sp modelId="{BD474421-D56D-45BB-840B-18876BE1F2C7}">
      <dsp:nvSpPr>
        <dsp:cNvPr id="0" name=""/>
        <dsp:cNvSpPr/>
      </dsp:nvSpPr>
      <dsp:spPr>
        <a:xfrm>
          <a:off x="4182689" y="2330870"/>
          <a:ext cx="1765125" cy="17651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 dirty="0"/>
            <a:t>Regulatory Compliance issues</a:t>
          </a:r>
        </a:p>
      </dsp:txBody>
      <dsp:txXfrm>
        <a:off x="4268855" y="2417036"/>
        <a:ext cx="1592793" cy="1592793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01D4E3-4E89-4021-8FCD-29124F63711C}">
      <dsp:nvSpPr>
        <dsp:cNvPr id="0" name=""/>
        <dsp:cNvSpPr/>
      </dsp:nvSpPr>
      <dsp:spPr>
        <a:xfrm>
          <a:off x="0" y="231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267FF31-3B17-4652-8CD5-35D1052AE973}">
      <dsp:nvSpPr>
        <dsp:cNvPr id="0" name=""/>
        <dsp:cNvSpPr/>
      </dsp:nvSpPr>
      <dsp:spPr>
        <a:xfrm>
          <a:off x="355657" y="266858"/>
          <a:ext cx="646650" cy="64665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E65330-9F6E-4A5C-AB46-9108B5417112}">
      <dsp:nvSpPr>
        <dsp:cNvPr id="0" name=""/>
        <dsp:cNvSpPr/>
      </dsp:nvSpPr>
      <dsp:spPr>
        <a:xfrm>
          <a:off x="1357965" y="231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Federated learning for privacy-preserving data sharing</a:t>
          </a:r>
        </a:p>
      </dsp:txBody>
      <dsp:txXfrm>
        <a:off x="1357965" y="2319"/>
        <a:ext cx="3325983" cy="1175727"/>
      </dsp:txXfrm>
    </dsp:sp>
    <dsp:sp modelId="{2431EFBD-5C67-438C-B1BB-6319DE6317E6}">
      <dsp:nvSpPr>
        <dsp:cNvPr id="0" name=""/>
        <dsp:cNvSpPr/>
      </dsp:nvSpPr>
      <dsp:spPr>
        <a:xfrm>
          <a:off x="0" y="147197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ACC5C7E-CE4A-4411-BAB1-AE7849C33A3A}">
      <dsp:nvSpPr>
        <dsp:cNvPr id="0" name=""/>
        <dsp:cNvSpPr/>
      </dsp:nvSpPr>
      <dsp:spPr>
        <a:xfrm>
          <a:off x="355657" y="1736518"/>
          <a:ext cx="646650" cy="64665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FEF15-3017-43D1-B327-C0A8D4777492}">
      <dsp:nvSpPr>
        <dsp:cNvPr id="0" name=""/>
        <dsp:cNvSpPr/>
      </dsp:nvSpPr>
      <dsp:spPr>
        <a:xfrm>
          <a:off x="1357965" y="147197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Blockchain-based loan verification</a:t>
          </a:r>
        </a:p>
      </dsp:txBody>
      <dsp:txXfrm>
        <a:off x="1357965" y="1471979"/>
        <a:ext cx="3325983" cy="1175727"/>
      </dsp:txXfrm>
    </dsp:sp>
    <dsp:sp modelId="{70D1458F-07C8-4315-A053-B5CFD303E161}">
      <dsp:nvSpPr>
        <dsp:cNvPr id="0" name=""/>
        <dsp:cNvSpPr/>
      </dsp:nvSpPr>
      <dsp:spPr>
        <a:xfrm>
          <a:off x="0" y="294163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D09BD12-D68D-4E34-A2DE-DF80F969908E}">
      <dsp:nvSpPr>
        <dsp:cNvPr id="0" name=""/>
        <dsp:cNvSpPr/>
      </dsp:nvSpPr>
      <dsp:spPr>
        <a:xfrm>
          <a:off x="355657" y="3206178"/>
          <a:ext cx="646650" cy="64665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60CF32-BBAB-49D4-8B99-4CDD00A957B6}">
      <dsp:nvSpPr>
        <dsp:cNvPr id="0" name=""/>
        <dsp:cNvSpPr/>
      </dsp:nvSpPr>
      <dsp:spPr>
        <a:xfrm>
          <a:off x="1357965" y="294163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Real-time predictive analytics</a:t>
          </a:r>
        </a:p>
      </dsp:txBody>
      <dsp:txXfrm>
        <a:off x="1357965" y="2941639"/>
        <a:ext cx="3325983" cy="1175727"/>
      </dsp:txXfrm>
    </dsp:sp>
    <dsp:sp modelId="{EC1ECC45-7B8F-4BEE-9614-31B743B2D107}">
      <dsp:nvSpPr>
        <dsp:cNvPr id="0" name=""/>
        <dsp:cNvSpPr/>
      </dsp:nvSpPr>
      <dsp:spPr>
        <a:xfrm>
          <a:off x="0" y="4411299"/>
          <a:ext cx="4683949" cy="1175727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4090B1-9819-4CB0-9CD5-0E28E8C21282}">
      <dsp:nvSpPr>
        <dsp:cNvPr id="0" name=""/>
        <dsp:cNvSpPr/>
      </dsp:nvSpPr>
      <dsp:spPr>
        <a:xfrm>
          <a:off x="355657" y="4675838"/>
          <a:ext cx="646650" cy="64665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013A2D-8877-4128-9E4D-83947ADD0371}">
      <dsp:nvSpPr>
        <dsp:cNvPr id="0" name=""/>
        <dsp:cNvSpPr/>
      </dsp:nvSpPr>
      <dsp:spPr>
        <a:xfrm>
          <a:off x="1357965" y="4411299"/>
          <a:ext cx="3325983" cy="11757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4431" tIns="124431" rIns="124431" bIns="124431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Fairness-aware ML systems</a:t>
          </a:r>
        </a:p>
      </dsp:txBody>
      <dsp:txXfrm>
        <a:off x="1357965" y="4411299"/>
        <a:ext cx="3325983" cy="11757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1">
  <dgm:title val=""/>
  <dgm:desc val=""/>
  <dgm:catLst>
    <dgm:cat type="cycle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alg type="cycle">
          <dgm:param type="stAng" val="0"/>
          <dgm:param type="spanAng" val="360"/>
        </dgm:alg>
      </dgm:if>
      <dgm:else name="Name2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hoose name="Name3">
      <dgm:if name="Name4" func="var" arg="dir" op="equ" val="norm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if>
      <dgm:else name="Name5">
        <dgm:constrLst>
          <dgm:constr type="diam" val="1"/>
          <dgm:constr type="w" for="ch" forName="node" refType="w"/>
          <dgm:constr type="w" for="ch" ptType="sibTrans" refType="w" refFor="ch" refForName="node" fact="0.5"/>
          <dgm:constr type="h" for="ch" ptType="sibTrans" op="equ"/>
          <dgm:constr type="diam" for="ch" ptType="sibTrans" refType="diam" op="equ" fact="-1"/>
          <dgm:constr type="sibSp" refType="w" refFor="ch" refForName="node" fact="0.15"/>
          <dgm:constr type="w" for="ch" forName="dummy" refType="sibSp" fact="2.8"/>
          <dgm:constr type="primFontSz" for="ch" forName="node" op="equ" val="65"/>
        </dgm:constrLst>
      </dgm:else>
    </dgm:choose>
    <dgm:ruleLst>
      <dgm:rule type="diam" val="INF" fact="NaN" max="NaN"/>
    </dgm:ruleLst>
    <dgm:forEach name="nodesForEach" axis="ch" ptType="node">
      <dgm:choose name="Name6">
        <dgm:if name="Name7" axis="par ch" ptType="doc node" func="cnt" op="gt" val="1">
          <dgm:layoutNode name="dummy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</dgm:if>
        <dgm:else name="Name8"/>
      </dgm:choose>
      <dgm:layoutNode name="node" styleLbl="revTx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Name11" axis="followSib" ptType="sibTrans" hideLastTrans="0" cnt="1">
            <dgm:layoutNode name="sibTrans" styleLbl="node1">
              <dgm:alg type="conn"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begPad"/>
                <dgm:constr type="endPad"/>
              </dgm:constrLst>
              <dgm:ruleLst/>
            </dgm:layoutNode>
          </dgm:forEach>
        </dgm:if>
        <dgm:else name="Name12"/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7" name="Rectangle 56">
            <a:extLst>
              <a:ext uri="{FF2B5EF4-FFF2-40B4-BE49-F238E27FC236}">
                <a16:creationId xmlns:a16="http://schemas.microsoft.com/office/drawing/2014/main" id="{06DA9DF9-31F7-4056-B42E-878CC9241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82601" y="643467"/>
            <a:ext cx="3465438" cy="4567137"/>
          </a:xfrm>
        </p:spPr>
        <p:txBody>
          <a:bodyPr>
            <a:normAutofit/>
          </a:bodyPr>
          <a:lstStyle/>
          <a:p>
            <a:pPr algn="l"/>
            <a:r>
              <a:rPr lang="en-US" sz="3800"/>
              <a:t>Intelligent Predictive Framework for Bank Loan Approval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82600" y="5277684"/>
            <a:ext cx="3465438" cy="775494"/>
          </a:xfrm>
        </p:spPr>
        <p:txBody>
          <a:bodyPr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1500"/>
              <a:t>Using Advanced Machine Learning and Data‑Driven Risk Assessment Techniques</a:t>
            </a:r>
          </a:p>
          <a:p>
            <a:pPr algn="l">
              <a:lnSpc>
                <a:spcPct val="90000"/>
              </a:lnSpc>
            </a:pPr>
            <a:r>
              <a:rPr lang="en-US" sz="1500"/>
              <a:t>Review Paper PPT</a:t>
            </a:r>
          </a:p>
          <a:p>
            <a:pPr algn="l">
              <a:lnSpc>
                <a:spcPct val="90000"/>
              </a:lnSpc>
            </a:pPr>
            <a:endParaRPr lang="en-US" sz="1500"/>
          </a:p>
        </p:txBody>
      </p:sp>
      <p:pic>
        <p:nvPicPr>
          <p:cNvPr id="5" name="Picture 4" descr="Angled shot of pen on a graph">
            <a:extLst>
              <a:ext uri="{FF2B5EF4-FFF2-40B4-BE49-F238E27FC236}">
                <a16:creationId xmlns:a16="http://schemas.microsoft.com/office/drawing/2014/main" id="{399EE9EC-F4B3-A658-5464-1D3EAC2E7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210000"/>
                    </a14:imgEffect>
                  </a14:imgLayer>
                </a14:imgProps>
              </a:ext>
            </a:extLst>
          </a:blip>
          <a:srcRect l="1408" r="55064" b="-1"/>
          <a:stretch>
            <a:fillRect/>
          </a:stretch>
        </p:blipFill>
        <p:spPr>
          <a:xfrm>
            <a:off x="4671911" y="10"/>
            <a:ext cx="4472089" cy="6857990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48545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048256"/>
            <a:ext cx="3485179" cy="3613149"/>
          </a:xfrm>
        </p:spPr>
        <p:txBody>
          <a:bodyPr anchor="ctr">
            <a:normAutofit lnSpcReduction="10000"/>
          </a:bodyPr>
          <a:lstStyle/>
          <a:p>
            <a:r>
              <a:rPr lang="en-US" sz="2400" dirty="0"/>
              <a:t>Traditional loan approval is manual and slow</a:t>
            </a:r>
          </a:p>
          <a:p>
            <a:r>
              <a:rPr lang="en-US" sz="2400" dirty="0"/>
              <a:t> ML enables automated, data‑driven decisions</a:t>
            </a:r>
          </a:p>
          <a:p>
            <a:r>
              <a:rPr lang="en-US" sz="2400" dirty="0"/>
              <a:t> Improves accuracy and reduces bias</a:t>
            </a:r>
          </a:p>
          <a:p>
            <a:r>
              <a:rPr lang="en-US" sz="2400" dirty="0"/>
              <a:t>ML improves speed, accuracy, and fairness.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0A4AD16-5B92-ABE3-2EF5-C620DF54E6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250" r="4220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62114" y="0"/>
            <a:ext cx="3072908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486646" y="-3486043"/>
            <a:ext cx="2170709" cy="9144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37673" y="348865"/>
            <a:ext cx="7288583" cy="1576446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Problem Statement</a:t>
            </a:r>
          </a:p>
        </p:txBody>
      </p:sp>
      <p:graphicFrame>
        <p:nvGraphicFramePr>
          <p:cNvPr id="21" name="Content Placeholder 2">
            <a:extLst>
              <a:ext uri="{FF2B5EF4-FFF2-40B4-BE49-F238E27FC236}">
                <a16:creationId xmlns:a16="http://schemas.microsoft.com/office/drawing/2014/main" id="{ACC5DA89-DAB1-80F1-46F6-243513F3C6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4835914"/>
              </p:ext>
            </p:extLst>
          </p:nvPr>
        </p:nvGraphicFramePr>
        <p:xfrm>
          <a:off x="483042" y="2615979"/>
          <a:ext cx="8195871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21303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 dirty="0"/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1837944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Predict loan approval using ML</a:t>
            </a:r>
          </a:p>
          <a:p>
            <a:r>
              <a:rPr lang="en-US" sz="2400" dirty="0"/>
              <a:t> Reduce credit risk</a:t>
            </a:r>
          </a:p>
          <a:p>
            <a:r>
              <a:rPr lang="en-US" sz="2400" dirty="0"/>
              <a:t> Provide reliable decision support</a:t>
            </a:r>
          </a:p>
          <a:p>
            <a:r>
              <a:rPr lang="en-US" sz="2400" dirty="0"/>
              <a:t>Reduce financial risk using data-driven insights</a:t>
            </a:r>
          </a:p>
        </p:txBody>
      </p:sp>
      <p:pic>
        <p:nvPicPr>
          <p:cNvPr id="5" name="Picture 4" descr="3D Hologram from iPad">
            <a:extLst>
              <a:ext uri="{FF2B5EF4-FFF2-40B4-BE49-F238E27FC236}">
                <a16:creationId xmlns:a16="http://schemas.microsoft.com/office/drawing/2014/main" id="{C99A2E36-233F-D79F-D9A2-EB4CBA1432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073" r="36376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ML Algorithms Used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51006C-78D5-677E-602C-3742096923E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74128434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Dataset Description</a:t>
            </a:r>
          </a:p>
        </p:txBody>
      </p:sp>
      <p:graphicFrame>
        <p:nvGraphicFramePr>
          <p:cNvPr id="26" name="Content Placeholder 2">
            <a:extLst>
              <a:ext uri="{FF2B5EF4-FFF2-40B4-BE49-F238E27FC236}">
                <a16:creationId xmlns:a16="http://schemas.microsoft.com/office/drawing/2014/main" id="{AFA62006-A9D5-2621-4E36-528DFEDC20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5633434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 fontScale="90000"/>
          </a:bodyPr>
          <a:lstStyle/>
          <a:p>
            <a:r>
              <a:rPr lang="en-IN" sz="3500" dirty="0"/>
              <a:t>Data Preprocessing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1994273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 Handling missing values</a:t>
            </a:r>
          </a:p>
          <a:p>
            <a:r>
              <a:rPr lang="en-US" sz="2400" dirty="0"/>
              <a:t> Label encoding categorical variables</a:t>
            </a:r>
          </a:p>
          <a:p>
            <a:r>
              <a:rPr lang="en-US" sz="2400" dirty="0"/>
              <a:t> Future scaling and Normalization</a:t>
            </a:r>
          </a:p>
          <a:p>
            <a:r>
              <a:rPr lang="en-US" sz="2400" dirty="0"/>
              <a:t> Train-test split</a:t>
            </a:r>
          </a:p>
        </p:txBody>
      </p:sp>
      <p:pic>
        <p:nvPicPr>
          <p:cNvPr id="5" name="Picture 4" descr="Boxes and roller conveyor">
            <a:extLst>
              <a:ext uri="{FF2B5EF4-FFF2-40B4-BE49-F238E27FC236}">
                <a16:creationId xmlns:a16="http://schemas.microsoft.com/office/drawing/2014/main" id="{19ADA0E9-28D4-C8D9-9D88-97F8CCFFF17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245" r="28699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005567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 Probability of default estimation </a:t>
            </a:r>
          </a:p>
          <a:p>
            <a:r>
              <a:rPr lang="en-US" sz="2400" dirty="0"/>
              <a:t> Credit scoring models</a:t>
            </a:r>
          </a:p>
          <a:p>
            <a:r>
              <a:rPr lang="en-US" sz="2400" dirty="0"/>
              <a:t> Hybrid ML + Rule-based models</a:t>
            </a:r>
          </a:p>
          <a:p>
            <a:r>
              <a:rPr lang="en-US" sz="2400" dirty="0"/>
              <a:t> Explainable AI (XAI) for transparency</a:t>
            </a:r>
          </a:p>
          <a:p>
            <a:r>
              <a:rPr lang="en-US" sz="2400" dirty="0"/>
              <a:t>Cost-Sensitive learning</a:t>
            </a:r>
          </a:p>
        </p:txBody>
      </p:sp>
      <p:pic>
        <p:nvPicPr>
          <p:cNvPr id="14" name="Picture 13" descr="Graph">
            <a:extLst>
              <a:ext uri="{FF2B5EF4-FFF2-40B4-BE49-F238E27FC236}">
                <a16:creationId xmlns:a16="http://schemas.microsoft.com/office/drawing/2014/main" id="{8FDBFC3E-1946-B088-1D7C-3D71E3B87B7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510" r="34777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 dirty="0">
                <a:solidFill>
                  <a:srgbClr val="FFFFFF"/>
                </a:solidFill>
              </a:rP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lang="en-IN" sz="2800" dirty="0"/>
              <a:t>Accuracy-overall correctness</a:t>
            </a:r>
          </a:p>
          <a:p>
            <a:r>
              <a:rPr lang="en-IN" sz="2800" dirty="0"/>
              <a:t>Precision- correctness of positive predictions</a:t>
            </a:r>
          </a:p>
          <a:p>
            <a:r>
              <a:rPr lang="en-IN" sz="2800" dirty="0"/>
              <a:t>Recall-ability to detect high-risk borrowers</a:t>
            </a:r>
          </a:p>
          <a:p>
            <a:r>
              <a:rPr lang="en-IN" sz="2800" dirty="0"/>
              <a:t>Confusion Matrix</a:t>
            </a:r>
          </a:p>
          <a:p>
            <a:r>
              <a:rPr lang="en-IN" sz="2800" dirty="0"/>
              <a:t>ROC/AUC-ranking capability of model</a:t>
            </a:r>
          </a:p>
          <a:p>
            <a:r>
              <a:rPr lang="en-IN" sz="2800" dirty="0"/>
              <a:t>F1-score- balance between precision and recall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1"/>
            <a:ext cx="9143997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" y="0"/>
            <a:ext cx="6086479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86474" y="-1"/>
            <a:ext cx="3057523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4512" y="-1"/>
            <a:ext cx="8799485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9" y="294538"/>
            <a:ext cx="7421963" cy="1033669"/>
          </a:xfrm>
        </p:spPr>
        <p:txBody>
          <a:bodyPr>
            <a:normAutofit/>
          </a:bodyPr>
          <a:lstStyle/>
          <a:p>
            <a:r>
              <a:rPr lang="en-IN" sz="3500">
                <a:solidFill>
                  <a:srgbClr val="FFFFFF"/>
                </a:solidFill>
              </a:rPr>
              <a:t>Comparative Analysis</a:t>
            </a:r>
          </a:p>
        </p:txBody>
      </p:sp>
      <p:sp>
        <p:nvSpPr>
          <p:cNvPr id="13" name="Content Placeholder 2"/>
          <p:cNvSpPr>
            <a:spLocks noGrp="1"/>
          </p:cNvSpPr>
          <p:nvPr>
            <p:ph idx="1"/>
          </p:nvPr>
        </p:nvSpPr>
        <p:spPr>
          <a:xfrm>
            <a:off x="1028699" y="2318197"/>
            <a:ext cx="7293023" cy="3683358"/>
          </a:xfrm>
        </p:spPr>
        <p:txBody>
          <a:bodyPr anchor="ctr">
            <a:normAutofit/>
          </a:bodyPr>
          <a:lstStyle/>
          <a:p>
            <a:r>
              <a:rPr sz="2400" dirty="0" err="1"/>
              <a:t>XGBoo</a:t>
            </a:r>
            <a:r>
              <a:rPr lang="en-US" sz="2400" dirty="0" err="1"/>
              <a:t>st</a:t>
            </a:r>
            <a:r>
              <a:rPr lang="en-US" sz="2400" dirty="0"/>
              <a:t> and random forest outperform most models </a:t>
            </a:r>
          </a:p>
          <a:p>
            <a:r>
              <a:rPr sz="2400" dirty="0"/>
              <a:t>Logistic Regression</a:t>
            </a:r>
            <a:r>
              <a:rPr lang="en-US" sz="2400" dirty="0"/>
              <a:t> good for interpretability</a:t>
            </a:r>
            <a:endParaRPr lang="en-IN" sz="2400" dirty="0"/>
          </a:p>
          <a:p>
            <a:r>
              <a:rPr lang="en-IN" sz="2400" dirty="0"/>
              <a:t>Ensembles best for stability</a:t>
            </a:r>
          </a:p>
          <a:p>
            <a:r>
              <a:rPr lang="en-IN" sz="2400" dirty="0"/>
              <a:t>Deep Learning effective but requires large datasets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C9054F-552D-55A1-6141-FA16C392FC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9529363"/>
              </p:ext>
            </p:extLst>
          </p:nvPr>
        </p:nvGraphicFramePr>
        <p:xfrm>
          <a:off x="457200" y="1600200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9545" y="1070800"/>
            <a:ext cx="2954766" cy="5583126"/>
          </a:xfrm>
        </p:spPr>
        <p:txBody>
          <a:bodyPr>
            <a:normAutofit/>
          </a:bodyPr>
          <a:lstStyle/>
          <a:p>
            <a:pPr algn="r"/>
            <a:r>
              <a:rPr lang="en-IN" sz="7000"/>
              <a:t>Future Scope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546039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4DC61A6-E9E0-DC29-A51B-1E1004D7AB3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7424363"/>
              </p:ext>
            </p:extLst>
          </p:nvPr>
        </p:nvGraphicFramePr>
        <p:xfrm>
          <a:off x="3831401" y="1070800"/>
          <a:ext cx="4683949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2" y="2093976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2400" dirty="0"/>
              <a:t>ML improves loan approval significantly</a:t>
            </a:r>
          </a:p>
          <a:p>
            <a:r>
              <a:rPr lang="en-US" sz="2400" dirty="0"/>
              <a:t>Still requires fairness and transparency</a:t>
            </a:r>
          </a:p>
          <a:p>
            <a:r>
              <a:rPr lang="en-US" sz="2400" dirty="0"/>
              <a:t>Future systems should be transparent, scalable and secure</a:t>
            </a:r>
          </a:p>
        </p:txBody>
      </p:sp>
      <p:pic>
        <p:nvPicPr>
          <p:cNvPr id="5" name="Picture 4" descr="Pen placed on top of a signature line">
            <a:extLst>
              <a:ext uri="{FF2B5EF4-FFF2-40B4-BE49-F238E27FC236}">
                <a16:creationId xmlns:a16="http://schemas.microsoft.com/office/drawing/2014/main" id="{4E655850-984F-400C-0321-981171FA9D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2672" r="2777" b="-2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296</Words>
  <Application>Microsoft Office PowerPoint</Application>
  <PresentationFormat>On-screen Show (4:3)</PresentationFormat>
  <Paragraphs>66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Intelligent Predictive Framework for Bank Loan Approval</vt:lpstr>
      <vt:lpstr>Introduction</vt:lpstr>
      <vt:lpstr>Problem Statement</vt:lpstr>
      <vt:lpstr>Objectives</vt:lpstr>
      <vt:lpstr>ML Algorithms Used</vt:lpstr>
      <vt:lpstr>Dataset Description</vt:lpstr>
      <vt:lpstr>Data Preprocessing Steps</vt:lpstr>
      <vt:lpstr>Risk Assessment</vt:lpstr>
      <vt:lpstr>Model Evaluation Metrics</vt:lpstr>
      <vt:lpstr>Comparative Analysis</vt:lpstr>
      <vt:lpstr>Challenges</vt:lpstr>
      <vt:lpstr>Future Scope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Maniteja Vaddi</cp:lastModifiedBy>
  <cp:revision>6</cp:revision>
  <dcterms:created xsi:type="dcterms:W3CDTF">2013-01-27T09:14:16Z</dcterms:created>
  <dcterms:modified xsi:type="dcterms:W3CDTF">2025-11-16T14:32:48Z</dcterms:modified>
  <cp:category/>
</cp:coreProperties>
</file>